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1fab01e86f46a3" /><Relationship Type="http://schemas.openxmlformats.org/officeDocument/2006/relationships/extended-properties" Target="/docProps/app.xml" Id="R287ea9cdd4ba43c4" /><Relationship Type="http://schemas.openxmlformats.org/officeDocument/2006/relationships/officeDocument" Target="/ppt/presentation.xml" Id="R94567b3bb6ad4dc8" /></Relationships>
</file>

<file path=ppt/presentation.xml><?xml version="1.0" encoding="utf-8"?>
<p:presentation xmlns:p="http://schemas.openxmlformats.org/presentationml/2006/main">
  <p:sldMasterIdLst>
    <p:sldMasterId xmlns:r="http://schemas.openxmlformats.org/officeDocument/2006/relationships" id="2147483648" r:id="R6196c700633344c4"/>
    <p:sldMasterId xmlns:r="http://schemas.openxmlformats.org/officeDocument/2006/relationships" id="2147483660" r:id="R3cc27bfc7d714df2"/>
  </p:sldMasterIdLst>
  <p:notesMasterIdLst>
    <p:notesMasterId xmlns:r="http://schemas.openxmlformats.org/officeDocument/2006/relationships" r:id="Ra708c4a574c04cc5"/>
  </p:notesMasterIdLst>
  <p:sldIdLst>
    <p:sldId xmlns:r="http://schemas.openxmlformats.org/officeDocument/2006/relationships" id="256" r:id="R9a2ef4391ba84b10"/>
    <p:sldId xmlns:r="http://schemas.openxmlformats.org/officeDocument/2006/relationships" id="257" r:id="R73bd985b28804617"/>
    <p:sldId xmlns:r="http://schemas.openxmlformats.org/officeDocument/2006/relationships" id="258" r:id="R9f255a6605d74655"/>
    <p:sldId xmlns:r="http://schemas.openxmlformats.org/officeDocument/2006/relationships" id="259" r:id="R1853c2c23c5d4b62"/>
    <p:sldId xmlns:r="http://schemas.openxmlformats.org/officeDocument/2006/relationships" id="260" r:id="R6d539d0cb08f4cd5"/>
    <p:sldId xmlns:r="http://schemas.openxmlformats.org/officeDocument/2006/relationships" id="261" r:id="R0bb9202bbe264d80"/>
    <p:sldId xmlns:r="http://schemas.openxmlformats.org/officeDocument/2006/relationships" id="262" r:id="R92eeeb8c50ca430e"/>
    <p:sldId xmlns:r="http://schemas.openxmlformats.org/officeDocument/2006/relationships" id="263" r:id="R5bbd5f1b338248d6"/>
    <p:sldId xmlns:r="http://schemas.openxmlformats.org/officeDocument/2006/relationships" id="264" r:id="R2d504faa726f4f8d"/>
    <p:sldId xmlns:r="http://schemas.openxmlformats.org/officeDocument/2006/relationships" id="265" r:id="R82db3cfe12cc486c"/>
    <p:sldId xmlns:r="http://schemas.openxmlformats.org/officeDocument/2006/relationships" id="266" r:id="R5761d96400c846fa"/>
    <p:sldId xmlns:r="http://schemas.openxmlformats.org/officeDocument/2006/relationships" id="267" r:id="R977a8d20c87f443e"/>
    <p:sldId xmlns:r="http://schemas.openxmlformats.org/officeDocument/2006/relationships" id="268" r:id="R07424b2582774a3d"/>
    <p:sldId xmlns:r="http://schemas.openxmlformats.org/officeDocument/2006/relationships" id="269" r:id="R2616e46e9a7b4319"/>
    <p:sldId xmlns:r="http://schemas.openxmlformats.org/officeDocument/2006/relationships" id="270" r:id="R3afc3cbc30434994"/>
    <p:sldId xmlns:r="http://schemas.openxmlformats.org/officeDocument/2006/relationships" id="271" r:id="R7363ad8c55e14f2c"/>
    <p:sldId xmlns:r="http://schemas.openxmlformats.org/officeDocument/2006/relationships" id="272" r:id="R3cc41c55a6c34452"/>
    <p:sldId xmlns:r="http://schemas.openxmlformats.org/officeDocument/2006/relationships" id="273" r:id="Ra0afac37ec2c4d4d"/>
    <p:sldId xmlns:r="http://schemas.openxmlformats.org/officeDocument/2006/relationships" id="274" r:id="Re323276cee9747be"/>
    <p:sldId xmlns:r="http://schemas.openxmlformats.org/officeDocument/2006/relationships" id="275" r:id="R5a935e0609924ad7"/>
    <p:sldId xmlns:r="http://schemas.openxmlformats.org/officeDocument/2006/relationships" id="276" r:id="R8794b14d3195424d"/>
    <p:sldId xmlns:r="http://schemas.openxmlformats.org/officeDocument/2006/relationships" id="277" r:id="R5416b8e4b16f451b"/>
  </p:sldIdLst>
  <p:sldSz cx="12192000" cy="685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L="0"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L="457200"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L="914400"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L="1371600"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L="1828800"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L="2286000"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L="2743200"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L="3200400"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L="3657600"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04ab2b8365c40b2" /><Relationship Type="http://schemas.openxmlformats.org/officeDocument/2006/relationships/slideMaster" Target="/ppt/slideMasters/slideMaster1.xml" Id="R6196c700633344c4" /><Relationship Type="http://schemas.openxmlformats.org/officeDocument/2006/relationships/slideMaster" Target="/ppt/slideMasters/slideMaster2.xml" Id="R3cc27bfc7d714df2" /><Relationship Type="http://schemas.openxmlformats.org/officeDocument/2006/relationships/notesMaster" Target="/ppt/notesMasters/notesMaster1.xml" Id="Ra708c4a574c04cc5" /><Relationship Type="http://schemas.openxmlformats.org/officeDocument/2006/relationships/presProps" Target="/ppt/presProps.xml" Id="Re90753301c9443e7" /><Relationship Type="http://schemas.openxmlformats.org/officeDocument/2006/relationships/viewProps" Target="/ppt/viewProps.xml" Id="R63c83e0884354043" /><Relationship Type="http://schemas.openxmlformats.org/officeDocument/2006/relationships/tableStyles" Target="/ppt/tableStyles.xml" Id="R2c039ed1e59748e4" /><Relationship Type="http://schemas.openxmlformats.org/officeDocument/2006/relationships/slide" Target="/ppt/slides/slide1.xml" Id="R9a2ef4391ba84b10" /><Relationship Type="http://schemas.openxmlformats.org/officeDocument/2006/relationships/slide" Target="/ppt/slides/slide2.xml" Id="R73bd985b28804617" /><Relationship Type="http://schemas.openxmlformats.org/officeDocument/2006/relationships/slide" Target="/ppt/slides/slide3.xml" Id="R9f255a6605d74655" /><Relationship Type="http://schemas.openxmlformats.org/officeDocument/2006/relationships/slide" Target="/ppt/slides/slide4.xml" Id="R1853c2c23c5d4b62" /><Relationship Type="http://schemas.openxmlformats.org/officeDocument/2006/relationships/slide" Target="/ppt/slides/slide5.xml" Id="R6d539d0cb08f4cd5" /><Relationship Type="http://schemas.openxmlformats.org/officeDocument/2006/relationships/slide" Target="/ppt/slides/slide6.xml" Id="R0bb9202bbe264d80" /><Relationship Type="http://schemas.openxmlformats.org/officeDocument/2006/relationships/slide" Target="/ppt/slides/slide7.xml" Id="R92eeeb8c50ca430e" /><Relationship Type="http://schemas.openxmlformats.org/officeDocument/2006/relationships/slide" Target="/ppt/slides/slide8.xml" Id="R5bbd5f1b338248d6" /><Relationship Type="http://schemas.openxmlformats.org/officeDocument/2006/relationships/slide" Target="/ppt/slides/slide9.xml" Id="R2d504faa726f4f8d" /><Relationship Type="http://schemas.openxmlformats.org/officeDocument/2006/relationships/slide" Target="/ppt/slides/slide10.xml" Id="R82db3cfe12cc486c" /><Relationship Type="http://schemas.openxmlformats.org/officeDocument/2006/relationships/slide" Target="/ppt/slides/slide11.xml" Id="R5761d96400c846fa" /><Relationship Type="http://schemas.openxmlformats.org/officeDocument/2006/relationships/slide" Target="/ppt/slides/slide12.xml" Id="R977a8d20c87f443e" /><Relationship Type="http://schemas.openxmlformats.org/officeDocument/2006/relationships/slide" Target="/ppt/slides/slide13.xml" Id="R07424b2582774a3d" /><Relationship Type="http://schemas.openxmlformats.org/officeDocument/2006/relationships/slide" Target="/ppt/slides/slide14.xml" Id="R2616e46e9a7b4319" /><Relationship Type="http://schemas.openxmlformats.org/officeDocument/2006/relationships/slide" Target="/ppt/slides/slide15.xml" Id="R3afc3cbc30434994" /><Relationship Type="http://schemas.openxmlformats.org/officeDocument/2006/relationships/slide" Target="/ppt/slides/slide16.xml" Id="R7363ad8c55e14f2c" /><Relationship Type="http://schemas.openxmlformats.org/officeDocument/2006/relationships/slide" Target="/ppt/slides/slide17.xml" Id="R3cc41c55a6c34452" /><Relationship Type="http://schemas.openxmlformats.org/officeDocument/2006/relationships/slide" Target="/ppt/slides/slide18.xml" Id="Ra0afac37ec2c4d4d" /><Relationship Type="http://schemas.openxmlformats.org/officeDocument/2006/relationships/slide" Target="/ppt/slides/slide19.xml" Id="Re323276cee9747be" /><Relationship Type="http://schemas.openxmlformats.org/officeDocument/2006/relationships/slide" Target="/ppt/slides/slide20.xml" Id="R5a935e0609924ad7" /><Relationship Type="http://schemas.openxmlformats.org/officeDocument/2006/relationships/slide" Target="/ppt/slides/slide21.xml" Id="R8794b14d3195424d" /><Relationship Type="http://schemas.openxmlformats.org/officeDocument/2006/relationships/slide" Target="/ppt/slides/slide22.xml" Id="R5416b8e4b16f45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7b7c7b82a67041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65df272c254634" /><Relationship Type="http://schemas.openxmlformats.org/officeDocument/2006/relationships/notesMaster" Target="/ppt/notesMasters/notesMaster1.xml" Id="R07a6ce89df9f4d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95657bebdd4512" /><Relationship Type="http://schemas.openxmlformats.org/officeDocument/2006/relationships/notesMaster" Target="/ppt/notesMasters/notesMaster1.xml" Id="R8785719a75f04a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99c36f34fc4cd5" /><Relationship Type="http://schemas.openxmlformats.org/officeDocument/2006/relationships/notesMaster" Target="/ppt/notesMasters/notesMaster1.xml" Id="Rede15de210f24c0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4b47d7703e486e" /><Relationship Type="http://schemas.openxmlformats.org/officeDocument/2006/relationships/notesMaster" Target="/ppt/notesMasters/notesMaster1.xml" Id="R50aa168931aa47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878902554b4bf9" /><Relationship Type="http://schemas.openxmlformats.org/officeDocument/2006/relationships/notesMaster" Target="/ppt/notesMasters/notesMaster1.xml" Id="Rf37115dea1c448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7a5badd7614eda" /><Relationship Type="http://schemas.openxmlformats.org/officeDocument/2006/relationships/notesMaster" Target="/ppt/notesMasters/notesMaster1.xml" Id="R701274f3d5884b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f2c6f74fb04d32" /><Relationship Type="http://schemas.openxmlformats.org/officeDocument/2006/relationships/notesMaster" Target="/ppt/notesMasters/notesMaster1.xml" Id="R0d9e6b3c9e6942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452a991e554fac" /><Relationship Type="http://schemas.openxmlformats.org/officeDocument/2006/relationships/notesMaster" Target="/ppt/notesMasters/notesMaster1.xml" Id="Rccae63d318b3415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0fe0a71a44417c" /><Relationship Type="http://schemas.openxmlformats.org/officeDocument/2006/relationships/notesMaster" Target="/ppt/notesMasters/notesMaster1.xml" Id="R9ce8844e8faf4d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7c2491e29943a6" /><Relationship Type="http://schemas.openxmlformats.org/officeDocument/2006/relationships/notesMaster" Target="/ppt/notesMasters/notesMaster1.xml" Id="R72359049d9ae4e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2fa07a064f34c1b" /><Relationship Type="http://schemas.openxmlformats.org/officeDocument/2006/relationships/notesMaster" Target="/ppt/notesMasters/notesMaster1.xml" Id="R08cdd0fce6a94f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c6a84d9c164b5d" /><Relationship Type="http://schemas.openxmlformats.org/officeDocument/2006/relationships/notesMaster" Target="/ppt/notesMasters/notesMaster1.xml" Id="R47319462e9694b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3eecc116219408f" /><Relationship Type="http://schemas.openxmlformats.org/officeDocument/2006/relationships/notesMaster" Target="/ppt/notesMasters/notesMaster1.xml" Id="R7a08c05d92af42a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6b82de009c844b0" /><Relationship Type="http://schemas.openxmlformats.org/officeDocument/2006/relationships/notesMaster" Target="/ppt/notesMasters/notesMaster1.xml" Id="Rce06650388d545a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ef99641130d4224" /><Relationship Type="http://schemas.openxmlformats.org/officeDocument/2006/relationships/notesMaster" Target="/ppt/notesMasters/notesMaster1.xml" Id="R4a0edce97fa8485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0a4ce4ecc484f97" /><Relationship Type="http://schemas.openxmlformats.org/officeDocument/2006/relationships/notesMaster" Target="/ppt/notesMasters/notesMaster1.xml" Id="R5b5377f2d4314a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feb72d3508d46fd" /><Relationship Type="http://schemas.openxmlformats.org/officeDocument/2006/relationships/notesMaster" Target="/ppt/notesMasters/notesMaster1.xml" Id="R91831c7912784b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310fb4ea4f249a1" /><Relationship Type="http://schemas.openxmlformats.org/officeDocument/2006/relationships/notesMaster" Target="/ppt/notesMasters/notesMaster1.xml" Id="R9a0918bf0b15473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697f3d442864f89" /><Relationship Type="http://schemas.openxmlformats.org/officeDocument/2006/relationships/notesMaster" Target="/ppt/notesMasters/notesMaster1.xml" Id="Ra6f853ad993248e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3e03c626b354481" /><Relationship Type="http://schemas.openxmlformats.org/officeDocument/2006/relationships/notesMaster" Target="/ppt/notesMasters/notesMaster1.xml" Id="R83c4ae16e6f6477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2c82d71bb54928" /><Relationship Type="http://schemas.openxmlformats.org/officeDocument/2006/relationships/notesMaster" Target="/ppt/notesMasters/notesMaster1.xml" Id="Rf4679b8e8240481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13a878be43d4c92" /><Relationship Type="http://schemas.openxmlformats.org/officeDocument/2006/relationships/notesMaster" Target="/ppt/notesMasters/notesMaster1.xml" Id="R65d7069df0a24d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工程师的职业伦理</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第一讲共45分钟。导入与预习检查5分钟（第2—3页），职业概念与制度8分钟（第4—5页），案例与责任链14分钟（第6—8页），首要责任原则5分钟（第9页），行动方案演练10分钟（第10页），结课评价3分钟（第11页）。开场说明本课程讨论专业判断与公共责任。</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预习检查与学习目标</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用1分钟匿名投票或口头回答检查预习。学生先说自己的判断，再说明教材依据。课堂目标由理解概念推进到责任分析和行动方案。</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工程事故为何反复发生</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学生先提出可能的原因，不急于给出结论。区分技术缺陷、组织管理、监督机制与个人行为。避免以事故结果倒推所有参与者事先都知道风险。后续用调查报告检验这些猜测。</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来源：https://www.mem.gov.cn/xw/zhsgxx/202604/t20260408_599563.shtml</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工程职业的公共责任</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教材印刷页110—114。说明职业、行业、产业的关注角度不同。工程师向雇主和客户提供服务，同时承担保护公众的专业责任。职业自治不能理解为不受外部监管。</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注册执业制度的典型路径</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教材印刷页112—113。这是教材对注册执业制度的概括性说明，不能套用于所有工程岗位。强调制度功能是保障能力、约束权限、明确责任。不要宣称所有岗位都必须经过同一种两阶段考试。</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尖扎大桥事故中的安全防线</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官方伤亡口径是13人死亡、3人失联，不能合并为16人死亡。41%是承载能力总体下降的指标，不能等同于单项抗拉强度降低41%。调查认定的直接原因还包括分配梁制作安装不合要求和张拉过程的受力条件。原课件桥梁图片仅作场景配图，不作为证实事故细节的依据。</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来源：https://www.mem.gov.cn/xw/zhsgxx/202604/t20260408_599563.shtml</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来源：https://www.mem.gov.cn/xw/zhsgxx/202604/W020260408816062632654.pdf</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职责链中的信息与行动</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此表按事故报告暴露的问题归纳职责，不替代报告中的具体法律责任认定。每组选择一个主体，说明其可获得的信息、应履行的职责和可能采取的行动。避免把每个组织主体都简化为一个工程师。</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来源：https://www.mem.gov.cn/xw/zhsgxx/202604/t20260408_599563.shtml</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来源：https://www.mem.gov.cn/xw/zhsgxx/202604/W020260408816062632654.pdf</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永安电站：证据与风险边界</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官方通报说明大坝主体尚未开工，相关边坡问题极端工况下可能导致局部塌方和道路受阻，不会影响大坝。不要沿用原讲稿中整个大坝因此危险的推断。媒体70%和不到2米等细节未放在主课件中，避免把不同证据层级混写。监理宴请问题在第20页再次用于讨论利益冲突。</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来源：https://fjb.nea.gov.cn/xxgk/gkml/202601/P020260114564238901721.pdf</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首要责任与责任的不同要求</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印刷页116、118—119。教材1000磅负载按3000磅设计是说明安全裕度的示例，不是所有工程的通用安全系数。还要联系可持续发展及忠诚与举报，后两项在第二讲展开。不要将超出义务的要求等同于人人必须承担无限责任。</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发现质量异常后的行动方案</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本页为教学假设，不是对尖扎事故当事人对话的还原。演练10分钟：个体判断1分钟、分组形成方案5分钟、汇报与追问3分钟、教师反馈1分钟。方案须考虑职责权限、风险紧迫性、报告渠道和证据记录。紧急危险不能等待常规内部程序耗尽后才防护或报告。</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工程伦理落实在可执行的行动中</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结课3分钟。学生用简短文字指出风险节点与改进措施，评价依据包括证据、职责、可执行性。删除把事故统一归因为工程师低头的结论。第二讲进一步讨论权利、冲突、可持续发展和举报。</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来源：https://www.mem.gov.cn/xw/zhsgxx/202604/t20260408_599563.shtml</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伦理冲突与责任边界</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第二讲45分钟。驱动问题3分钟（第13页），权利、责任与美德7分钟（第14—15页），冲突识别4分钟（第16页），AI案例8分钟（第17页），可持续发展情境6分钟（第18页），举报与利益冲突8分钟（第19—20页），伦理决策练习6分钟（第21页），总结3分钟（第22页）。</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AI生成错误信息后的责任边界</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先区分模型生成错误、服务提供者的注意义务、组织决策与工程师的职责。法律判断必须结合具体案件。不要将模型输出错误一概描述为具有主观意图的说谎。第17页给出判决结果后，再让学生修正初始判断。</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来源：https://www.zjwx.gov.cn/col/col1673574/art/2026/art_1def58944910459e94f5a04d04c67332.html</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工程师的权利与三种责任视角</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印刷页120—121。八项职业权利的完整列表作为延伸说明：注册职业名称、规定范围执业、文件签字盖章、保管证书印章、解释辩护、继续教育、劳动报酬和申诉。主页面将其归纳以提高可读性。三种责任不是逐级增加的三层，也不能解释为为岗位全部后果承担无限责任。</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职业美德与专业行为</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教材印刷页122—123。用研究生日常科研联系工程实践，例如如实报告不利实验结果、说明模型评估局限、在能力范围内提出专业意见。学术诚信作为实践场景保留，不沿用事实衔接不足的具体人物新闻案例。</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伦理冲突的识别与处理</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教材印刷页123—127。三类冲突可能重叠，并非互斥标签。利益冲突包括个人、公司和公众之间的关系。处理不是只要态度坚定，应明确利益、职责与替代方案。第19、20页分别练习举报和利益冲突。</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AI幻觉案：判决与风险预防</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2025年6月29日发生咨询，随后诉讼；2026年1月已公开报道判决。10万元是模型生成承诺，实际诉讼请求为9999元。法院认定本案被告已尽合理注意义务，未证明实际损害与因果关系。不能由本案推出所有AI错误都免责，也不能当然认定每个研发工程师个人承担法律责任。右栏最后一项是课堂提出的工程改进方向。</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来源：https://www.zjwx.gov.cn/col/col1673574/art/2026/art_1def58944910459e94f5a04d04c67332.html</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可持续发展：AI算力项目选址</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印刷页119及126—127的选址讨论。此情境为教学设计，不包含真实项目的未核查统计。避免预设数据中心必然有害或经济收益足以消除风险。学生应审查全生命周期资源影响、公众利益、分配公平与替代方案。演练6分钟。</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忠诚与举报：报告何时应当升级</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印刷页119建议通常先通过组织渠道、准确记录、咨询同事、职业学会或律师，紧急情形除外。此页改为匿名教学情境，不是把商业泄密新闻改写为安全举报。不能把所有公开泄密都归为正当举报，也不能以保密要求阻止必要的公众风险处置。演练4分钟。</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利益冲突与监理的独立判断</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官方通报确认宴请及有偿陪侍情况基本属实，主课件仅保留与独立判断相关的宴请事实。利益冲突存在不等于已证明每项判断受到影响，但需要采取处置和复核。教材列出拒绝、放弃、离职、不参与、披露等方法。演练4分钟，要求学生提出如何修复判断程序。</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来源：https://fjb.nea.gov.cn/xxgk/gkml/202601/P020260114564238901721.pdf</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伦理决策四问与替代方案</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教材印刷页125—127。四问帮助澄清理由，不能自动输出唯一答案。再加入替代方案审查，联系垃圾填埋场案例提出的第三种方案。练习6分钟：用四问复查第18—20页任选情境，提交至少两种可行方案及选择理由。</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indent="0" algn="l">
              <a:lnSpc>
                <a:spcPct val="100000"/>
              </a:lnSpc>
              <a:buNone/>
            </a:pPr>
            <a:r>
              <a:rPr sz="1400" b="0" i="0" u="none" strike="noStrike">
                <a:solidFill>
                  <a:srgbClr val="000000"/>
                </a:solidFill>
              </a:rPr>
              <a:t>专业责任需要证据与独立判断</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结课3分钟，回到第13页的问题。不要把技术更强大等同于每个工程师必须承担无限责任。课后约500字，按事实准确性、伦理依据、替代方案、行动可执行性各评价一项。完整讲授提示已写入各页备注，原演讲稿未同步改写，授课应以新版备注为准。</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教材依据：《工程伦理》第2版第5章，用户提供的《工程伦理 3.pdf》，印刷页109—130</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来源：https://www.zjwx.gov.cn/col/col1673574/art/2026/art_1def58944910459e94f5a04d04c67332.html</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校徽来源：https://www.htu.edu.cn/2024/0201/c21143a297660/page.htm</a:t>
            </a:r>
            <a:endParaRPr sz="1400" b="0" i="0" u="none" strike="noStrike">
              <a:solidFill>
                <a:srgbClr val="000000"/>
              </a:solidFill>
            </a:endParaRPr>
          </a:p>
          <a:p xmlns:a="http://schemas.openxmlformats.org/drawingml/2006/main">
            <a:pPr marL="0" indent="0" algn="l">
              <a:lnSpc>
                <a:spcPct val="100000"/>
              </a:lnSpc>
              <a:buNone/>
            </a:pPr>
            <a:r>
              <a:rPr sz="1400" b="0" i="0" u="none" strike="noStrike">
                <a:solidFill>
                  <a:srgbClr val="000000"/>
                </a:solidFill>
              </a:rPr>
              <a:t>资料核对：2026年10月13日。</a:t>
            </a:r>
            <a:endParaRPr sz="1400" b="0" i="0" u="none" strike="noStrike">
              <a:solidFill>
                <a:srgbClr val="000000"/>
              </a:solidFil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f363d750e34e1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fcb85e27ca4dd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95895c5c9c482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774000c3e5b43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63a73555ab94c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556ca740124a7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cfbcde19e2b408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167336a63c74ea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b13db8d5e3c421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2ff92d05b014eb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43d67e6ae8f4026"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8f3ed6aed8b749a8" /></Relationships>
</file>

<file path=ppt/slideLayouts/slideLayout1.xml><?xml version="1.0" encoding="utf-8"?>
<p:sldLayout xmlns:p="http://schemas.openxmlformats.org/presentationml/2006/main" matchingName="标题幻灯片" type="title">
  <p:cSld name="TITLE">
    <p:spTree>
      <p:nvGrpSpPr>
        <p:cNvPr id="1" name=""/>
        <p:cNvGrpSpPr/>
        <p:nvPr/>
      </p:nvGrpSpPr>
      <p:grpSpPr>
        <a:xfrm xmlns:a="http://schemas.openxmlformats.org/drawingml/2006/main"/>
      </p:grpSpPr>
      <p:sp>
        <p:nvSpPr>
          <p:cNvPr id="12" name="Shape 30">
            <a:extLst xmlns:a="http://schemas.openxmlformats.org/drawingml/2006/main">
              <a:ext uri="{FF2B5EF4-FFF2-40B4-BE49-F238E27FC236}">
                <a16:creationId xmlns:a16="http://schemas.microsoft.com/office/drawing/2014/main" id="{EB9CAA3B-5EEA-4A00-8C92-650496C6E39C}"/>
              </a:ext>
            </a:extLst>
          </p:cNvPr>
          <p:cNvSpPr>
            <a:spLocks xmlns:a="http://schemas.openxmlformats.org/drawingml/2006/main" noGrp="1"/>
          </p:cNvSpPr>
          <p:nvPr>
            <p:ph type="ctrTitle" idx="0"/>
          </p:nvPr>
        </p:nvSpPr>
        <p:spPr>
          <a:xfrm xmlns:a="http://schemas.openxmlformats.org/drawingml/2006/main">
            <a:off x="1143000" y="841772"/>
            <a:ext cx="6858000" cy="179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ctr">
              <a:lnSpc>
                <a:spcPct val="90000"/>
              </a:lnSpc>
              <a:spcBef>
                <a:spcPts val="0"/>
              </a:spcBef>
              <a:spcAft>
                <a:spcPts val="0"/>
              </a:spcAft>
              <a:buClr>
                <a:schemeClr val="dk1"/>
              </a:buClr>
              <a:buSzPts val="4500"/>
              <a:buFont typeface="Arial"/>
              <a:buNone/>
              <a:defRPr sz="4500"/>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3" name="Shape 31">
            <a:extLst xmlns:a="http://schemas.openxmlformats.org/drawingml/2006/main">
              <a:ext uri="{FF2B5EF4-FFF2-40B4-BE49-F238E27FC236}">
                <a16:creationId xmlns:a16="http://schemas.microsoft.com/office/drawing/2014/main" id="{7C12C692-1C74-4F61-B8A0-864C3BAF7AC5}"/>
              </a:ext>
            </a:extLst>
          </p:cNvPr>
          <p:cNvSpPr>
            <a:spLocks xmlns:a="http://schemas.openxmlformats.org/drawingml/2006/main" noGrp="1"/>
          </p:cNvSpPr>
          <p:nvPr>
            <p:ph type="subTitle" idx="1"/>
          </p:nvPr>
        </p:nvSpPr>
        <p:spPr>
          <a:xfrm xmlns:a="http://schemas.openxmlformats.org/drawingml/2006/main">
            <a:off x="1143000" y="2701528"/>
            <a:ext cx="6858000" cy="12418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ctr">
              <a:lnSpc>
                <a:spcPct val="90000"/>
              </a:lnSpc>
              <a:spcBef>
                <a:spcPts val="800"/>
              </a:spcBef>
              <a:spcAft>
                <a:spcPts val="0"/>
              </a:spcAft>
              <a:buClr>
                <a:schemeClr val="dk1"/>
              </a:buClr>
              <a:buSzPts val="1800"/>
              <a:buNone/>
              <a:defRPr sz="1800"/>
            </a:lvl1pPr>
            <a:lvl2pPr algn="ctr">
              <a:lnSpc>
                <a:spcPct val="90000"/>
              </a:lnSpc>
              <a:spcBef>
                <a:spcPts val="400"/>
              </a:spcBef>
              <a:spcAft>
                <a:spcPts val="0"/>
              </a:spcAft>
              <a:buClr>
                <a:schemeClr val="dk1"/>
              </a:buClr>
              <a:buSzPts val="1500"/>
              <a:buNone/>
              <a:defRPr sz="1500"/>
            </a:lvl2pPr>
            <a:lvl3pPr algn="ctr">
              <a:lnSpc>
                <a:spcPct val="90000"/>
              </a:lnSpc>
              <a:spcBef>
                <a:spcPts val="400"/>
              </a:spcBef>
              <a:spcAft>
                <a:spcPts val="0"/>
              </a:spcAft>
              <a:buClr>
                <a:schemeClr val="dk1"/>
              </a:buClr>
              <a:buSzPts val="1400"/>
              <a:buNone/>
              <a:defRPr sz="1400"/>
            </a:lvl3pPr>
            <a:lvl4pPr algn="ctr">
              <a:lnSpc>
                <a:spcPct val="90000"/>
              </a:lnSpc>
              <a:spcBef>
                <a:spcPts val="400"/>
              </a:spcBef>
              <a:spcAft>
                <a:spcPts val="0"/>
              </a:spcAft>
              <a:buClr>
                <a:schemeClr val="dk1"/>
              </a:buClr>
              <a:buSzPts val="1200"/>
              <a:buNone/>
              <a:defRPr sz="1200"/>
            </a:lvl4pPr>
            <a:lvl5pPr algn="ctr">
              <a:lnSpc>
                <a:spcPct val="90000"/>
              </a:lnSpc>
              <a:spcBef>
                <a:spcPts val="400"/>
              </a:spcBef>
              <a:spcAft>
                <a:spcPts val="0"/>
              </a:spcAft>
              <a:buClr>
                <a:schemeClr val="dk1"/>
              </a:buClr>
              <a:buSzPts val="1200"/>
              <a:buNone/>
              <a:defRPr sz="1200"/>
            </a:lvl5pPr>
            <a:lvl6pPr algn="ctr">
              <a:lnSpc>
                <a:spcPct val="90000"/>
              </a:lnSpc>
              <a:spcBef>
                <a:spcPts val="400"/>
              </a:spcBef>
              <a:spcAft>
                <a:spcPts val="0"/>
              </a:spcAft>
              <a:buClr>
                <a:schemeClr val="dk1"/>
              </a:buClr>
              <a:buSzPts val="1200"/>
              <a:buNone/>
              <a:defRPr sz="1200"/>
            </a:lvl6pPr>
            <a:lvl7pPr algn="ctr">
              <a:lnSpc>
                <a:spcPct val="90000"/>
              </a:lnSpc>
              <a:spcBef>
                <a:spcPts val="400"/>
              </a:spcBef>
              <a:spcAft>
                <a:spcPts val="0"/>
              </a:spcAft>
              <a:buClr>
                <a:schemeClr val="dk1"/>
              </a:buClr>
              <a:buSzPts val="1200"/>
              <a:buNone/>
              <a:defRPr sz="1200"/>
            </a:lvl7pPr>
            <a:lvl8pPr algn="ctr">
              <a:lnSpc>
                <a:spcPct val="90000"/>
              </a:lnSpc>
              <a:spcBef>
                <a:spcPts val="400"/>
              </a:spcBef>
              <a:spcAft>
                <a:spcPts val="0"/>
              </a:spcAft>
              <a:buClr>
                <a:schemeClr val="dk1"/>
              </a:buClr>
              <a:buSzPts val="1200"/>
              <a:buNone/>
              <a:defRPr sz="1200"/>
            </a:lvl8pPr>
            <a:lvl9pPr algn="ctr">
              <a:lnSpc>
                <a:spcPct val="90000"/>
              </a:lnSpc>
              <a:spcBef>
                <a:spcPts val="400"/>
              </a:spcBef>
              <a:spcAft>
                <a:spcPts val="0"/>
              </a:spcAft>
              <a:buClr>
                <a:schemeClr val="dk1"/>
              </a:buClr>
              <a:buSzPts val="1200"/>
              <a:buNone/>
              <a:defRPr sz="1200"/>
            </a:lvl9pPr>
          </a:lstStyle>
          <a:p xmlns:a="http://schemas.openxmlformats.org/drawingml/2006/main"/>
        </p:txBody>
      </p:sp>
      <p:sp>
        <p:nvSpPr>
          <p:cNvPr id="14" name="Shape 32">
            <a:extLst xmlns:a="http://schemas.openxmlformats.org/drawingml/2006/main">
              <a:ext uri="{FF2B5EF4-FFF2-40B4-BE49-F238E27FC236}">
                <a16:creationId xmlns:a16="http://schemas.microsoft.com/office/drawing/2014/main" id="{8FAF1C22-C2F1-45FA-8CA8-E2196A28D467}"/>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5" name="Shape 33">
            <a:extLst xmlns:a="http://schemas.openxmlformats.org/drawingml/2006/main">
              <a:ext uri="{FF2B5EF4-FFF2-40B4-BE49-F238E27FC236}">
                <a16:creationId xmlns:a16="http://schemas.microsoft.com/office/drawing/2014/main" id="{36C7FFE5-8F1E-4E2A-8E6C-85201835EE11}"/>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16" name="Shape 34">
            <a:extLst xmlns:a="http://schemas.openxmlformats.org/drawingml/2006/main">
              <a:ext uri="{FF2B5EF4-FFF2-40B4-BE49-F238E27FC236}">
                <a16:creationId xmlns:a16="http://schemas.microsoft.com/office/drawing/2014/main" id="{A1E452CD-BA22-45C7-BB9B-A8327665C128}"/>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endParaRPr/>
          </a:p>
        </p:txBody>
      </p:sp>
    </p:spTree>
  </p:cSld>
</p:sldLayout>
</file>

<file path=ppt/slideLayouts/slideLayout2.xml><?xml version="1.0" encoding="utf-8"?>
<p:sldLayout xmlns:p="http://schemas.openxmlformats.org/presentationml/2006/main" matchingName="标题和内容" type="obj">
  <p:cSld name="OBJECT">
    <p:spTree>
      <p:nvGrpSpPr>
        <p:cNvPr id="1" name=""/>
        <p:cNvGrpSpPr/>
        <p:nvPr/>
      </p:nvGrpSpPr>
      <p:grpSpPr>
        <a:xfrm xmlns:a="http://schemas.openxmlformats.org/drawingml/2006/main"/>
      </p:grpSpPr>
      <p:sp>
        <p:nvSpPr>
          <p:cNvPr id="18" name="Shape 54">
            <a:extLst xmlns:a="http://schemas.openxmlformats.org/drawingml/2006/main">
              <a:ext uri="{FF2B5EF4-FFF2-40B4-BE49-F238E27FC236}">
                <a16:creationId xmlns:a16="http://schemas.microsoft.com/office/drawing/2014/main" id="{2E7543CA-6789-4240-8419-159A0589EB64}"/>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19" name="Shape 55">
            <a:extLst xmlns:a="http://schemas.openxmlformats.org/drawingml/2006/main">
              <a:ext uri="{FF2B5EF4-FFF2-40B4-BE49-F238E27FC236}">
                <a16:creationId xmlns:a16="http://schemas.microsoft.com/office/drawing/2014/main" id="{F76EE429-B90C-4BB6-9492-2CB3FBBB16AF}"/>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p:txBody>
      </p:sp>
      <p:sp>
        <p:nvSpPr>
          <p:cNvPr id="20" name="Shape 56">
            <a:extLst xmlns:a="http://schemas.openxmlformats.org/drawingml/2006/main">
              <a:ext uri="{FF2B5EF4-FFF2-40B4-BE49-F238E27FC236}">
                <a16:creationId xmlns:a16="http://schemas.microsoft.com/office/drawing/2014/main" id="{9F81487B-5043-4A40-A3ED-6A8B4D6108D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21" name="Shape 57">
            <a:extLst xmlns:a="http://schemas.openxmlformats.org/drawingml/2006/main">
              <a:ext uri="{FF2B5EF4-FFF2-40B4-BE49-F238E27FC236}">
                <a16:creationId xmlns:a16="http://schemas.microsoft.com/office/drawing/2014/main" id="{83F70981-576B-4332-87ED-D78A8142252C}"/>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22" name="Shape 58">
            <a:extLst xmlns:a="http://schemas.openxmlformats.org/drawingml/2006/main">
              <a:ext uri="{FF2B5EF4-FFF2-40B4-BE49-F238E27FC236}">
                <a16:creationId xmlns:a16="http://schemas.microsoft.com/office/drawing/2014/main" id="{9CE48B36-5B8D-4659-87F1-F0120ACD4AE5}"/>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endParaRPr/>
          </a:p>
        </p:txBody>
      </p:sp>
    </p:spTree>
  </p:cSld>
</p:sldLayout>
</file>

<file path=ppt/slideLayouts/slideLayout3.xml><?xml version="1.0" encoding="utf-8"?>
<p:sldLayout xmlns:p="http://schemas.openxmlformats.org/presentationml/2006/main" matchingName="节标题" type="secHead">
  <p:cSld name="SECTION_HEADER">
    <p:spTree>
      <p:nvGrpSpPr>
        <p:cNvPr id="1" name=""/>
        <p:cNvGrpSpPr/>
        <p:nvPr/>
      </p:nvGrpSpPr>
      <p:grpSpPr>
        <a:xfrm xmlns:a="http://schemas.openxmlformats.org/drawingml/2006/main"/>
      </p:grpSpPr>
      <p:sp>
        <p:nvSpPr>
          <p:cNvPr id="24" name="Shape 59">
            <a:extLst xmlns:a="http://schemas.openxmlformats.org/drawingml/2006/main">
              <a:ext uri="{FF2B5EF4-FFF2-40B4-BE49-F238E27FC236}">
                <a16:creationId xmlns:a16="http://schemas.microsoft.com/office/drawing/2014/main" id="{52D6DBEB-C57E-4A0B-A14E-39A9888CBFE5}"/>
              </a:ext>
            </a:extLst>
          </p:cNvPr>
          <p:cNvSpPr>
            <a:spLocks xmlns:a="http://schemas.openxmlformats.org/drawingml/2006/main" noGrp="1"/>
          </p:cNvSpPr>
          <p:nvPr>
            <p:ph type="title" idx="0"/>
          </p:nvPr>
        </p:nvSpPr>
        <p:spPr>
          <a:xfrm xmlns:a="http://schemas.openxmlformats.org/drawingml/2006/main">
            <a:off x="623888" y="1282304"/>
            <a:ext cx="7886700" cy="213955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Clr>
                <a:schemeClr val="dk1"/>
              </a:buClr>
              <a:buSzPts val="4500"/>
              <a:buFont typeface="Arial"/>
              <a:buNone/>
              <a:defRPr sz="4500"/>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25" name="Shape 60">
            <a:extLst xmlns:a="http://schemas.openxmlformats.org/drawingml/2006/main">
              <a:ext uri="{FF2B5EF4-FFF2-40B4-BE49-F238E27FC236}">
                <a16:creationId xmlns:a16="http://schemas.microsoft.com/office/drawing/2014/main" id="{82F4335D-4531-416C-AA60-F77453D3E701}"/>
              </a:ext>
            </a:extLst>
          </p:cNvPr>
          <p:cNvSpPr>
            <a:spLocks xmlns:a="http://schemas.openxmlformats.org/drawingml/2006/main" noGrp="1"/>
          </p:cNvSpPr>
          <p:nvPr>
            <p:ph type="body" idx="1"/>
          </p:nvPr>
        </p:nvSpPr>
        <p:spPr>
          <a:xfrm xmlns:a="http://schemas.openxmlformats.org/drawingml/2006/main">
            <a:off x="623888" y="3442097"/>
            <a:ext cx="7886700" cy="11251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Clr>
                <a:srgbClr val="888888"/>
              </a:buClr>
              <a:buSzPts val="1800"/>
              <a:buNone/>
              <a:defRPr sz="1800">
                <a:solidFill>
                  <a:srgbClr val="888888"/>
                </a:solidFill>
              </a:defRPr>
            </a:lvl1pPr>
            <a:lvl2pPr marL="914400" indent="-228600" algn="l">
              <a:lnSpc>
                <a:spcPct val="90000"/>
              </a:lnSpc>
              <a:spcBef>
                <a:spcPts val="400"/>
              </a:spcBef>
              <a:spcAft>
                <a:spcPts val="0"/>
              </a:spcAft>
              <a:buClr>
                <a:srgbClr val="888888"/>
              </a:buClr>
              <a:buSzPts val="1500"/>
              <a:buNone/>
              <a:defRPr sz="1500">
                <a:solidFill>
                  <a:srgbClr val="888888"/>
                </a:solidFill>
              </a:defRPr>
            </a:lvl2pPr>
            <a:lvl3pPr marL="1371600" indent="-228600" algn="l">
              <a:lnSpc>
                <a:spcPct val="90000"/>
              </a:lnSpc>
              <a:spcBef>
                <a:spcPts val="400"/>
              </a:spcBef>
              <a:spcAft>
                <a:spcPts val="0"/>
              </a:spcAft>
              <a:buClr>
                <a:srgbClr val="888888"/>
              </a:buClr>
              <a:buSzPts val="1400"/>
              <a:buNone/>
              <a:defRPr sz="1400">
                <a:solidFill>
                  <a:srgbClr val="888888"/>
                </a:solidFill>
              </a:defRPr>
            </a:lvl3pPr>
            <a:lvl4pPr marL="1828800" indent="-228600" algn="l">
              <a:lnSpc>
                <a:spcPct val="90000"/>
              </a:lnSpc>
              <a:spcBef>
                <a:spcPts val="400"/>
              </a:spcBef>
              <a:spcAft>
                <a:spcPts val="0"/>
              </a:spcAft>
              <a:buClr>
                <a:srgbClr val="888888"/>
              </a:buClr>
              <a:buSzPts val="1200"/>
              <a:buNone/>
              <a:defRPr sz="1200">
                <a:solidFill>
                  <a:srgbClr val="888888"/>
                </a:solidFill>
              </a:defRPr>
            </a:lvl4pPr>
            <a:lvl5pPr marL="2286000" indent="-228600" algn="l">
              <a:lnSpc>
                <a:spcPct val="90000"/>
              </a:lnSpc>
              <a:spcBef>
                <a:spcPts val="400"/>
              </a:spcBef>
              <a:spcAft>
                <a:spcPts val="0"/>
              </a:spcAft>
              <a:buClr>
                <a:srgbClr val="888888"/>
              </a:buClr>
              <a:buSzPts val="1200"/>
              <a:buNone/>
              <a:defRPr sz="1200">
                <a:solidFill>
                  <a:srgbClr val="888888"/>
                </a:solidFill>
              </a:defRPr>
            </a:lvl5pPr>
            <a:lvl6pPr marL="2743200" indent="-228600" algn="l">
              <a:lnSpc>
                <a:spcPct val="90000"/>
              </a:lnSpc>
              <a:spcBef>
                <a:spcPts val="400"/>
              </a:spcBef>
              <a:spcAft>
                <a:spcPts val="0"/>
              </a:spcAft>
              <a:buClr>
                <a:srgbClr val="888888"/>
              </a:buClr>
              <a:buSzPts val="1200"/>
              <a:buNone/>
              <a:defRPr sz="1200">
                <a:solidFill>
                  <a:srgbClr val="888888"/>
                </a:solidFill>
              </a:defRPr>
            </a:lvl6pPr>
            <a:lvl7pPr marL="3200400" indent="-228600" algn="l">
              <a:lnSpc>
                <a:spcPct val="90000"/>
              </a:lnSpc>
              <a:spcBef>
                <a:spcPts val="400"/>
              </a:spcBef>
              <a:spcAft>
                <a:spcPts val="0"/>
              </a:spcAft>
              <a:buClr>
                <a:srgbClr val="888888"/>
              </a:buClr>
              <a:buSzPts val="1200"/>
              <a:buNone/>
              <a:defRPr sz="1200">
                <a:solidFill>
                  <a:srgbClr val="888888"/>
                </a:solidFill>
              </a:defRPr>
            </a:lvl7pPr>
            <a:lvl8pPr marL="3657600" indent="-228600" algn="l">
              <a:lnSpc>
                <a:spcPct val="90000"/>
              </a:lnSpc>
              <a:spcBef>
                <a:spcPts val="400"/>
              </a:spcBef>
              <a:spcAft>
                <a:spcPts val="0"/>
              </a:spcAft>
              <a:buClr>
                <a:srgbClr val="888888"/>
              </a:buClr>
              <a:buSzPts val="1200"/>
              <a:buNone/>
              <a:defRPr sz="1200">
                <a:solidFill>
                  <a:srgbClr val="888888"/>
                </a:solidFill>
              </a:defRPr>
            </a:lvl8pPr>
            <a:lvl9pPr marL="4114800" indent="-228600" algn="l">
              <a:lnSpc>
                <a:spcPct val="90000"/>
              </a:lnSpc>
              <a:spcBef>
                <a:spcPts val="400"/>
              </a:spcBef>
              <a:spcAft>
                <a:spcPts val="0"/>
              </a:spcAft>
              <a:buClr>
                <a:srgbClr val="888888"/>
              </a:buClr>
              <a:buSzPts val="1200"/>
              <a:buNone/>
              <a:defRPr sz="1200">
                <a:solidFill>
                  <a:srgbClr val="888888"/>
                </a:solidFill>
              </a:defRPr>
            </a:lvl9pPr>
          </a:lstStyle>
          <a:p xmlns:a="http://schemas.openxmlformats.org/drawingml/2006/main"/>
        </p:txBody>
      </p:sp>
      <p:sp>
        <p:nvSpPr>
          <p:cNvPr id="26" name="Shape 61">
            <a:extLst xmlns:a="http://schemas.openxmlformats.org/drawingml/2006/main">
              <a:ext uri="{FF2B5EF4-FFF2-40B4-BE49-F238E27FC236}">
                <a16:creationId xmlns:a16="http://schemas.microsoft.com/office/drawing/2014/main" id="{14D4B07B-1D54-4059-A951-932C2C4ECD1F}"/>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27" name="Shape 62">
            <a:extLst xmlns:a="http://schemas.openxmlformats.org/drawingml/2006/main">
              <a:ext uri="{FF2B5EF4-FFF2-40B4-BE49-F238E27FC236}">
                <a16:creationId xmlns:a16="http://schemas.microsoft.com/office/drawing/2014/main" id="{88946329-9E9A-4541-8280-0B7EB1AEABBF}"/>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28" name="Shape 63">
            <a:extLst xmlns:a="http://schemas.openxmlformats.org/drawingml/2006/main">
              <a:ext uri="{FF2B5EF4-FFF2-40B4-BE49-F238E27FC236}">
                <a16:creationId xmlns:a16="http://schemas.microsoft.com/office/drawing/2014/main" id="{1A484657-263E-4AAF-A311-391113B4CDC3}"/>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endParaRPr/>
          </a:p>
        </p:txBody>
      </p:sp>
    </p:spTree>
  </p:cSld>
</p:sldLayout>
</file>

<file path=ppt/slideLayouts/slideLayout4.xml><?xml version="1.0" encoding="utf-8"?>
<p:sldLayout xmlns:p="http://schemas.openxmlformats.org/presentationml/2006/main" matchingName="两栏内容" type="twoObj">
  <p:cSld name="TWO_OBJECTS">
    <p:spTree>
      <p:nvGrpSpPr>
        <p:cNvPr id="1" name=""/>
        <p:cNvGrpSpPr/>
        <p:nvPr/>
      </p:nvGrpSpPr>
      <p:grpSpPr>
        <a:xfrm xmlns:a="http://schemas.openxmlformats.org/drawingml/2006/main"/>
      </p:grpSpPr>
      <p:sp>
        <p:nvSpPr>
          <p:cNvPr id="30" name="Shape 9">
            <a:extLst xmlns:a="http://schemas.openxmlformats.org/drawingml/2006/main">
              <a:ext uri="{FF2B5EF4-FFF2-40B4-BE49-F238E27FC236}">
                <a16:creationId xmlns:a16="http://schemas.microsoft.com/office/drawing/2014/main" id="{2BA824B9-2125-4784-B0BC-7B07500ABA66}"/>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31" name="Shape 10">
            <a:extLst xmlns:a="http://schemas.openxmlformats.org/drawingml/2006/main">
              <a:ext uri="{FF2B5EF4-FFF2-40B4-BE49-F238E27FC236}">
                <a16:creationId xmlns:a16="http://schemas.microsoft.com/office/drawing/2014/main" id="{9F9B1464-F8C2-4536-B5F8-EB9343E6E566}"/>
              </a:ext>
            </a:extLst>
          </p:cNvPr>
          <p:cNvSpPr>
            <a:spLocks xmlns:a="http://schemas.openxmlformats.org/drawingml/2006/main" noGrp="1"/>
          </p:cNvSpPr>
          <p:nvPr>
            <p:ph type="body" idx="1"/>
          </p:nvPr>
        </p:nvSpPr>
        <p:spPr>
          <a:xfrm xmlns:a="http://schemas.openxmlformats.org/drawingml/2006/main">
            <a:off x="628650" y="1369219"/>
            <a:ext cx="38862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p:txBody>
      </p:sp>
      <p:sp>
        <p:nvSpPr>
          <p:cNvPr id="32" name="Shape 11">
            <a:extLst xmlns:a="http://schemas.openxmlformats.org/drawingml/2006/main">
              <a:ext uri="{FF2B5EF4-FFF2-40B4-BE49-F238E27FC236}">
                <a16:creationId xmlns:a16="http://schemas.microsoft.com/office/drawing/2014/main" id="{B578F209-795A-4485-8FE8-ED3E969FAD94}"/>
              </a:ext>
            </a:extLst>
          </p:cNvPr>
          <p:cNvSpPr>
            <a:spLocks xmlns:a="http://schemas.openxmlformats.org/drawingml/2006/main" noGrp="1"/>
          </p:cNvSpPr>
          <p:nvPr>
            <p:ph type="body" idx="2"/>
          </p:nvPr>
        </p:nvSpPr>
        <p:spPr>
          <a:xfrm xmlns:a="http://schemas.openxmlformats.org/drawingml/2006/main">
            <a:off x="4629150" y="1369219"/>
            <a:ext cx="38862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p:txBody>
      </p:sp>
      <p:sp>
        <p:nvSpPr>
          <p:cNvPr id="33" name="Shape 12">
            <a:extLst xmlns:a="http://schemas.openxmlformats.org/drawingml/2006/main">
              <a:ext uri="{FF2B5EF4-FFF2-40B4-BE49-F238E27FC236}">
                <a16:creationId xmlns:a16="http://schemas.microsoft.com/office/drawing/2014/main" id="{D7313E39-5AB1-418A-9125-FB58C522AD03}"/>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34" name="Shape 13">
            <a:extLst xmlns:a="http://schemas.openxmlformats.org/drawingml/2006/main">
              <a:ext uri="{FF2B5EF4-FFF2-40B4-BE49-F238E27FC236}">
                <a16:creationId xmlns:a16="http://schemas.microsoft.com/office/drawing/2014/main" id="{9D892F2E-E997-44B6-82C1-3F35B1194074}"/>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35" name="Shape 14">
            <a:extLst xmlns:a="http://schemas.openxmlformats.org/drawingml/2006/main">
              <a:ext uri="{FF2B5EF4-FFF2-40B4-BE49-F238E27FC236}">
                <a16:creationId xmlns:a16="http://schemas.microsoft.com/office/drawing/2014/main" id="{231E4296-8893-47B1-9DF6-186AD45117E0}"/>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endParaRPr/>
          </a:p>
        </p:txBody>
      </p:sp>
    </p:spTree>
  </p:cSld>
</p:sldLayout>
</file>

<file path=ppt/slideLayouts/slideLayout5.xml><?xml version="1.0" encoding="utf-8"?>
<p:sldLayout xmlns:p="http://schemas.openxmlformats.org/presentationml/2006/main" matchingName="比较" type="twoTxTwoObj">
  <p:cSld name="TWO_OBJECTS_WITH_TEXT">
    <p:spTree>
      <p:nvGrpSpPr>
        <p:cNvPr id="1" name=""/>
        <p:cNvGrpSpPr/>
        <p:nvPr/>
      </p:nvGrpSpPr>
      <p:grpSpPr>
        <a:xfrm xmlns:a="http://schemas.openxmlformats.org/drawingml/2006/main"/>
      </p:grpSpPr>
      <p:sp>
        <p:nvSpPr>
          <p:cNvPr id="37" name="Shape 35">
            <a:extLst xmlns:a="http://schemas.openxmlformats.org/drawingml/2006/main">
              <a:ext uri="{FF2B5EF4-FFF2-40B4-BE49-F238E27FC236}">
                <a16:creationId xmlns:a16="http://schemas.microsoft.com/office/drawing/2014/main" id="{35F5F8E2-5AF1-4B27-8244-6DCFD1F8949B}"/>
              </a:ext>
            </a:extLst>
          </p:cNvPr>
          <p:cNvSpPr>
            <a:spLocks xmlns:a="http://schemas.openxmlformats.org/drawingml/2006/main" noGrp="1"/>
          </p:cNvSpPr>
          <p:nvPr>
            <p:ph type="title" idx="0"/>
          </p:nvPr>
        </p:nvSpPr>
        <p:spPr>
          <a:xfrm xmlns:a="http://schemas.openxmlformats.org/drawingml/2006/main">
            <a:off x="629841"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38" name="Shape 36">
            <a:extLst xmlns:a="http://schemas.openxmlformats.org/drawingml/2006/main">
              <a:ext uri="{FF2B5EF4-FFF2-40B4-BE49-F238E27FC236}">
                <a16:creationId xmlns:a16="http://schemas.microsoft.com/office/drawing/2014/main" id="{F0E200DB-6B96-48C5-8598-6AF8340A1263}"/>
              </a:ext>
            </a:extLst>
          </p:cNvPr>
          <p:cNvSpPr>
            <a:spLocks xmlns:a="http://schemas.openxmlformats.org/drawingml/2006/main" noGrp="1"/>
          </p:cNvSpPr>
          <p:nvPr>
            <p:ph type="body" idx="1"/>
          </p:nvPr>
        </p:nvSpPr>
        <p:spPr>
          <a:xfrm xmlns:a="http://schemas.openxmlformats.org/drawingml/2006/main">
            <a:off x="629841" y="1260872"/>
            <a:ext cx="3868340" cy="6179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lnSpc>
                <a:spcPct val="90000"/>
              </a:lnSpc>
              <a:spcBef>
                <a:spcPts val="800"/>
              </a:spcBef>
              <a:spcAft>
                <a:spcPts val="0"/>
              </a:spcAft>
              <a:buClr>
                <a:schemeClr val="dk1"/>
              </a:buClr>
              <a:buSzPts val="1800"/>
              <a:buNone/>
              <a:defRPr sz="1800" b="1"/>
            </a:lvl1pPr>
            <a:lvl2pPr marL="914400" indent="-228600" algn="l">
              <a:lnSpc>
                <a:spcPct val="90000"/>
              </a:lnSpc>
              <a:spcBef>
                <a:spcPts val="400"/>
              </a:spcBef>
              <a:spcAft>
                <a:spcPts val="0"/>
              </a:spcAft>
              <a:buClr>
                <a:schemeClr val="dk1"/>
              </a:buClr>
              <a:buSzPts val="1500"/>
              <a:buNone/>
              <a:defRPr sz="1500" b="1"/>
            </a:lvl2pPr>
            <a:lvl3pPr marL="1371600" indent="-228600" algn="l">
              <a:lnSpc>
                <a:spcPct val="90000"/>
              </a:lnSpc>
              <a:spcBef>
                <a:spcPts val="400"/>
              </a:spcBef>
              <a:spcAft>
                <a:spcPts val="0"/>
              </a:spcAft>
              <a:buClr>
                <a:schemeClr val="dk1"/>
              </a:buClr>
              <a:buSzPts val="1400"/>
              <a:buNone/>
              <a:defRPr sz="1400" b="1"/>
            </a:lvl3pPr>
            <a:lvl4pPr marL="1828800" indent="-228600" algn="l">
              <a:lnSpc>
                <a:spcPct val="90000"/>
              </a:lnSpc>
              <a:spcBef>
                <a:spcPts val="400"/>
              </a:spcBef>
              <a:spcAft>
                <a:spcPts val="0"/>
              </a:spcAft>
              <a:buClr>
                <a:schemeClr val="dk1"/>
              </a:buClr>
              <a:buSzPts val="1200"/>
              <a:buNone/>
              <a:defRPr sz="1200" b="1"/>
            </a:lvl4pPr>
            <a:lvl5pPr marL="2286000" indent="-228600" algn="l">
              <a:lnSpc>
                <a:spcPct val="90000"/>
              </a:lnSpc>
              <a:spcBef>
                <a:spcPts val="400"/>
              </a:spcBef>
              <a:spcAft>
                <a:spcPts val="0"/>
              </a:spcAft>
              <a:buClr>
                <a:schemeClr val="dk1"/>
              </a:buClr>
              <a:buSzPts val="1200"/>
              <a:buNone/>
              <a:defRPr sz="1200" b="1"/>
            </a:lvl5pPr>
            <a:lvl6pPr marL="2743200" indent="-228600" algn="l">
              <a:lnSpc>
                <a:spcPct val="90000"/>
              </a:lnSpc>
              <a:spcBef>
                <a:spcPts val="400"/>
              </a:spcBef>
              <a:spcAft>
                <a:spcPts val="0"/>
              </a:spcAft>
              <a:buClr>
                <a:schemeClr val="dk1"/>
              </a:buClr>
              <a:buSzPts val="1200"/>
              <a:buNone/>
              <a:defRPr sz="1200" b="1"/>
            </a:lvl6pPr>
            <a:lvl7pPr marL="3200400" indent="-228600" algn="l">
              <a:lnSpc>
                <a:spcPct val="90000"/>
              </a:lnSpc>
              <a:spcBef>
                <a:spcPts val="400"/>
              </a:spcBef>
              <a:spcAft>
                <a:spcPts val="0"/>
              </a:spcAft>
              <a:buClr>
                <a:schemeClr val="dk1"/>
              </a:buClr>
              <a:buSzPts val="1200"/>
              <a:buNone/>
              <a:defRPr sz="1200" b="1"/>
            </a:lvl7pPr>
            <a:lvl8pPr marL="3657600" indent="-228600" algn="l">
              <a:lnSpc>
                <a:spcPct val="90000"/>
              </a:lnSpc>
              <a:spcBef>
                <a:spcPts val="400"/>
              </a:spcBef>
              <a:spcAft>
                <a:spcPts val="0"/>
              </a:spcAft>
              <a:buClr>
                <a:schemeClr val="dk1"/>
              </a:buClr>
              <a:buSzPts val="1200"/>
              <a:buNone/>
              <a:defRPr sz="1200" b="1"/>
            </a:lvl8pPr>
            <a:lvl9pPr marL="4114800" indent="-228600" algn="l">
              <a:lnSpc>
                <a:spcPct val="90000"/>
              </a:lnSpc>
              <a:spcBef>
                <a:spcPts val="400"/>
              </a:spcBef>
              <a:spcAft>
                <a:spcPts val="0"/>
              </a:spcAft>
              <a:buClr>
                <a:schemeClr val="dk1"/>
              </a:buClr>
              <a:buSzPts val="1200"/>
              <a:buNone/>
              <a:defRPr sz="1200" b="1"/>
            </a:lvl9pPr>
          </a:lstStyle>
          <a:p xmlns:a="http://schemas.openxmlformats.org/drawingml/2006/main"/>
        </p:txBody>
      </p:sp>
      <p:sp>
        <p:nvSpPr>
          <p:cNvPr id="39" name="Shape 37">
            <a:extLst xmlns:a="http://schemas.openxmlformats.org/drawingml/2006/main">
              <a:ext uri="{FF2B5EF4-FFF2-40B4-BE49-F238E27FC236}">
                <a16:creationId xmlns:a16="http://schemas.microsoft.com/office/drawing/2014/main" id="{11B1AEA5-98C0-40B5-B82B-C7A830A9226D}"/>
              </a:ext>
            </a:extLst>
          </p:cNvPr>
          <p:cNvSpPr>
            <a:spLocks xmlns:a="http://schemas.openxmlformats.org/drawingml/2006/main" noGrp="1"/>
          </p:cNvSpPr>
          <p:nvPr>
            <p:ph type="body" idx="2"/>
          </p:nvPr>
        </p:nvSpPr>
        <p:spPr>
          <a:xfrm xmlns:a="http://schemas.openxmlformats.org/drawingml/2006/main">
            <a:off x="629841" y="1878806"/>
            <a:ext cx="3868340" cy="27634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p:txBody>
      </p:sp>
      <p:sp>
        <p:nvSpPr>
          <p:cNvPr id="40" name="Shape 38">
            <a:extLst xmlns:a="http://schemas.openxmlformats.org/drawingml/2006/main">
              <a:ext uri="{FF2B5EF4-FFF2-40B4-BE49-F238E27FC236}">
                <a16:creationId xmlns:a16="http://schemas.microsoft.com/office/drawing/2014/main" id="{F3FE8B44-3FB5-4632-8CFC-D57C80C83F90}"/>
              </a:ext>
            </a:extLst>
          </p:cNvPr>
          <p:cNvSpPr>
            <a:spLocks xmlns:a="http://schemas.openxmlformats.org/drawingml/2006/main" noGrp="1"/>
          </p:cNvSpPr>
          <p:nvPr>
            <p:ph type="body" idx="3"/>
          </p:nvPr>
        </p:nvSpPr>
        <p:spPr>
          <a:xfrm xmlns:a="http://schemas.openxmlformats.org/drawingml/2006/main">
            <a:off x="4629150" y="1260872"/>
            <a:ext cx="3887391" cy="6179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marL="457200" indent="-228600" algn="l">
              <a:lnSpc>
                <a:spcPct val="90000"/>
              </a:lnSpc>
              <a:spcBef>
                <a:spcPts val="800"/>
              </a:spcBef>
              <a:spcAft>
                <a:spcPts val="0"/>
              </a:spcAft>
              <a:buClr>
                <a:schemeClr val="dk1"/>
              </a:buClr>
              <a:buSzPts val="1800"/>
              <a:buNone/>
              <a:defRPr sz="1800" b="1"/>
            </a:lvl1pPr>
            <a:lvl2pPr marL="914400" indent="-228600" algn="l">
              <a:lnSpc>
                <a:spcPct val="90000"/>
              </a:lnSpc>
              <a:spcBef>
                <a:spcPts val="400"/>
              </a:spcBef>
              <a:spcAft>
                <a:spcPts val="0"/>
              </a:spcAft>
              <a:buClr>
                <a:schemeClr val="dk1"/>
              </a:buClr>
              <a:buSzPts val="1500"/>
              <a:buNone/>
              <a:defRPr sz="1500" b="1"/>
            </a:lvl2pPr>
            <a:lvl3pPr marL="1371600" indent="-228600" algn="l">
              <a:lnSpc>
                <a:spcPct val="90000"/>
              </a:lnSpc>
              <a:spcBef>
                <a:spcPts val="400"/>
              </a:spcBef>
              <a:spcAft>
                <a:spcPts val="0"/>
              </a:spcAft>
              <a:buClr>
                <a:schemeClr val="dk1"/>
              </a:buClr>
              <a:buSzPts val="1400"/>
              <a:buNone/>
              <a:defRPr sz="1400" b="1"/>
            </a:lvl3pPr>
            <a:lvl4pPr marL="1828800" indent="-228600" algn="l">
              <a:lnSpc>
                <a:spcPct val="90000"/>
              </a:lnSpc>
              <a:spcBef>
                <a:spcPts val="400"/>
              </a:spcBef>
              <a:spcAft>
                <a:spcPts val="0"/>
              </a:spcAft>
              <a:buClr>
                <a:schemeClr val="dk1"/>
              </a:buClr>
              <a:buSzPts val="1200"/>
              <a:buNone/>
              <a:defRPr sz="1200" b="1"/>
            </a:lvl4pPr>
            <a:lvl5pPr marL="2286000" indent="-228600" algn="l">
              <a:lnSpc>
                <a:spcPct val="90000"/>
              </a:lnSpc>
              <a:spcBef>
                <a:spcPts val="400"/>
              </a:spcBef>
              <a:spcAft>
                <a:spcPts val="0"/>
              </a:spcAft>
              <a:buClr>
                <a:schemeClr val="dk1"/>
              </a:buClr>
              <a:buSzPts val="1200"/>
              <a:buNone/>
              <a:defRPr sz="1200" b="1"/>
            </a:lvl5pPr>
            <a:lvl6pPr marL="2743200" indent="-228600" algn="l">
              <a:lnSpc>
                <a:spcPct val="90000"/>
              </a:lnSpc>
              <a:spcBef>
                <a:spcPts val="400"/>
              </a:spcBef>
              <a:spcAft>
                <a:spcPts val="0"/>
              </a:spcAft>
              <a:buClr>
                <a:schemeClr val="dk1"/>
              </a:buClr>
              <a:buSzPts val="1200"/>
              <a:buNone/>
              <a:defRPr sz="1200" b="1"/>
            </a:lvl6pPr>
            <a:lvl7pPr marL="3200400" indent="-228600" algn="l">
              <a:lnSpc>
                <a:spcPct val="90000"/>
              </a:lnSpc>
              <a:spcBef>
                <a:spcPts val="400"/>
              </a:spcBef>
              <a:spcAft>
                <a:spcPts val="0"/>
              </a:spcAft>
              <a:buClr>
                <a:schemeClr val="dk1"/>
              </a:buClr>
              <a:buSzPts val="1200"/>
              <a:buNone/>
              <a:defRPr sz="1200" b="1"/>
            </a:lvl7pPr>
            <a:lvl8pPr marL="3657600" indent="-228600" algn="l">
              <a:lnSpc>
                <a:spcPct val="90000"/>
              </a:lnSpc>
              <a:spcBef>
                <a:spcPts val="400"/>
              </a:spcBef>
              <a:spcAft>
                <a:spcPts val="0"/>
              </a:spcAft>
              <a:buClr>
                <a:schemeClr val="dk1"/>
              </a:buClr>
              <a:buSzPts val="1200"/>
              <a:buNone/>
              <a:defRPr sz="1200" b="1"/>
            </a:lvl8pPr>
            <a:lvl9pPr marL="4114800" indent="-228600" algn="l">
              <a:lnSpc>
                <a:spcPct val="90000"/>
              </a:lnSpc>
              <a:spcBef>
                <a:spcPts val="400"/>
              </a:spcBef>
              <a:spcAft>
                <a:spcPts val="0"/>
              </a:spcAft>
              <a:buClr>
                <a:schemeClr val="dk1"/>
              </a:buClr>
              <a:buSzPts val="1200"/>
              <a:buNone/>
              <a:defRPr sz="1200" b="1"/>
            </a:lvl9pPr>
          </a:lstStyle>
          <a:p xmlns:a="http://schemas.openxmlformats.org/drawingml/2006/main"/>
        </p:txBody>
      </p:sp>
      <p:sp>
        <p:nvSpPr>
          <p:cNvPr id="41" name="Shape 39">
            <a:extLst xmlns:a="http://schemas.openxmlformats.org/drawingml/2006/main">
              <a:ext uri="{FF2B5EF4-FFF2-40B4-BE49-F238E27FC236}">
                <a16:creationId xmlns:a16="http://schemas.microsoft.com/office/drawing/2014/main" id="{E2DABEB0-268B-4983-9B54-42A22135F19F}"/>
              </a:ext>
            </a:extLst>
          </p:cNvPr>
          <p:cNvSpPr>
            <a:spLocks xmlns:a="http://schemas.openxmlformats.org/drawingml/2006/main" noGrp="1"/>
          </p:cNvSpPr>
          <p:nvPr>
            <p:ph type="body" idx="4"/>
          </p:nvPr>
        </p:nvSpPr>
        <p:spPr>
          <a:xfrm xmlns:a="http://schemas.openxmlformats.org/drawingml/2006/main">
            <a:off x="4629150" y="1878806"/>
            <a:ext cx="3887391" cy="276344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p:txBody>
      </p:sp>
      <p:sp>
        <p:nvSpPr>
          <p:cNvPr id="42" name="Shape 40">
            <a:extLst xmlns:a="http://schemas.openxmlformats.org/drawingml/2006/main">
              <a:ext uri="{FF2B5EF4-FFF2-40B4-BE49-F238E27FC236}">
                <a16:creationId xmlns:a16="http://schemas.microsoft.com/office/drawing/2014/main" id="{62881D07-0092-4BC1-AF12-71C587B08ADC}"/>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43" name="Shape 41">
            <a:extLst xmlns:a="http://schemas.openxmlformats.org/drawingml/2006/main">
              <a:ext uri="{FF2B5EF4-FFF2-40B4-BE49-F238E27FC236}">
                <a16:creationId xmlns:a16="http://schemas.microsoft.com/office/drawing/2014/main" id="{810D9FF9-EDD1-4077-AE18-BA23AE344DEF}"/>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44" name="Shape 42">
            <a:extLst xmlns:a="http://schemas.openxmlformats.org/drawingml/2006/main">
              <a:ext uri="{FF2B5EF4-FFF2-40B4-BE49-F238E27FC236}">
                <a16:creationId xmlns:a16="http://schemas.microsoft.com/office/drawing/2014/main" id="{71DA44DF-A996-4439-B86C-8A495827C4A1}"/>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endParaRPr/>
          </a:p>
        </p:txBody>
      </p:sp>
    </p:spTree>
  </p:cSld>
</p:sldLayout>
</file>

<file path=ppt/slideLayouts/slideLayout6.xml><?xml version="1.0" encoding="utf-8"?>
<p:sldLayout xmlns:p="http://schemas.openxmlformats.org/presentationml/2006/main" matchingName="仅标题" type="titleOnly">
  <p:cSld name="TITLE_ONLY">
    <p:spTree>
      <p:nvGrpSpPr>
        <p:cNvPr id="1" name=""/>
        <p:cNvGrpSpPr/>
        <p:nvPr/>
      </p:nvGrpSpPr>
      <p:grpSpPr>
        <a:xfrm xmlns:a="http://schemas.openxmlformats.org/drawingml/2006/main"/>
      </p:grpSpPr>
      <p:sp>
        <p:nvSpPr>
          <p:cNvPr id="46" name="Shape 20">
            <a:extLst xmlns:a="http://schemas.openxmlformats.org/drawingml/2006/main">
              <a:ext uri="{FF2B5EF4-FFF2-40B4-BE49-F238E27FC236}">
                <a16:creationId xmlns:a16="http://schemas.microsoft.com/office/drawing/2014/main" id="{21E6926D-EA53-4D29-8F08-91EB3C1757A8}"/>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47" name="Shape 21">
            <a:extLst xmlns:a="http://schemas.openxmlformats.org/drawingml/2006/main">
              <a:ext uri="{FF2B5EF4-FFF2-40B4-BE49-F238E27FC236}">
                <a16:creationId xmlns:a16="http://schemas.microsoft.com/office/drawing/2014/main" id="{11413B98-AE13-4E1A-8D25-80340E849747}"/>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48" name="Shape 22">
            <a:extLst xmlns:a="http://schemas.openxmlformats.org/drawingml/2006/main">
              <a:ext uri="{FF2B5EF4-FFF2-40B4-BE49-F238E27FC236}">
                <a16:creationId xmlns:a16="http://schemas.microsoft.com/office/drawing/2014/main" id="{59F77C3D-A05A-497F-A3A9-32A902FF972E}"/>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49" name="Shape 23">
            <a:extLst xmlns:a="http://schemas.openxmlformats.org/drawingml/2006/main">
              <a:ext uri="{FF2B5EF4-FFF2-40B4-BE49-F238E27FC236}">
                <a16:creationId xmlns:a16="http://schemas.microsoft.com/office/drawing/2014/main" id="{0F6C8EBC-13C5-4404-88AD-32E03928C380}"/>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endParaRPr/>
          </a:p>
        </p:txBody>
      </p:sp>
    </p:spTree>
  </p:cSld>
</p:sldLayout>
</file>

<file path=ppt/slideLayouts/slideLayout7.xml><?xml version="1.0" encoding="utf-8"?>
<p:sldLayout xmlns:p="http://schemas.openxmlformats.org/presentationml/2006/main" matchingName="空白" type="blank">
  <p:cSld name="BLANK">
    <p:spTree>
      <p:nvGrpSpPr>
        <p:cNvPr id="1" name=""/>
        <p:cNvGrpSpPr/>
        <p:nvPr/>
      </p:nvGrpSpPr>
      <p:grpSpPr>
        <a:xfrm xmlns:a="http://schemas.openxmlformats.org/drawingml/2006/main"/>
      </p:grpSpPr>
      <p:sp>
        <p:nvSpPr>
          <p:cNvPr id="51" name="Shape 6">
            <a:extLst xmlns:a="http://schemas.openxmlformats.org/drawingml/2006/main">
              <a:ext uri="{FF2B5EF4-FFF2-40B4-BE49-F238E27FC236}">
                <a16:creationId xmlns:a16="http://schemas.microsoft.com/office/drawing/2014/main" id="{0BAE7934-EC4A-4963-8DF0-E75C1CAEF7D9}"/>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52" name="Shape 7">
            <a:extLst xmlns:a="http://schemas.openxmlformats.org/drawingml/2006/main">
              <a:ext uri="{FF2B5EF4-FFF2-40B4-BE49-F238E27FC236}">
                <a16:creationId xmlns:a16="http://schemas.microsoft.com/office/drawing/2014/main" id="{9ADE3413-3B87-4425-B353-92AC2F071323}"/>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53" name="Shape 8">
            <a:extLst xmlns:a="http://schemas.openxmlformats.org/drawingml/2006/main">
              <a:ext uri="{FF2B5EF4-FFF2-40B4-BE49-F238E27FC236}">
                <a16:creationId xmlns:a16="http://schemas.microsoft.com/office/drawing/2014/main" id="{008739C5-EFFD-4FDE-A5C6-E20A6FB97DDB}"/>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endParaRPr/>
          </a:p>
        </p:txBody>
      </p:sp>
    </p:spTree>
  </p:cSld>
</p:sldLayout>
</file>

<file path=ppt/slideLayouts/slideLayout8.xml><?xml version="1.0" encoding="utf-8"?>
<p:sldLayout xmlns:p="http://schemas.openxmlformats.org/presentationml/2006/main" matchingName="内容与标题" type="objTx">
  <p:cSld name="OBJECT_WITH_CAPTION_TEXT">
    <p:spTree>
      <p:nvGrpSpPr>
        <p:cNvPr id="1" name=""/>
        <p:cNvGrpSpPr/>
        <p:nvPr/>
      </p:nvGrpSpPr>
      <p:grpSpPr>
        <a:xfrm xmlns:a="http://schemas.openxmlformats.org/drawingml/2006/main"/>
      </p:grpSpPr>
      <p:sp>
        <p:nvSpPr>
          <p:cNvPr id="55" name="Shape 43">
            <a:extLst xmlns:a="http://schemas.openxmlformats.org/drawingml/2006/main">
              <a:ext uri="{FF2B5EF4-FFF2-40B4-BE49-F238E27FC236}">
                <a16:creationId xmlns:a16="http://schemas.microsoft.com/office/drawing/2014/main" id="{C983D89A-A50A-4D7F-B586-E387F3CA8DED}"/>
              </a:ext>
            </a:extLst>
          </p:cNvPr>
          <p:cNvSpPr>
            <a:spLocks xmlns:a="http://schemas.openxmlformats.org/drawingml/2006/main" noGrp="1"/>
          </p:cNvSpPr>
          <p:nvPr>
            <p:ph type="title" idx="0"/>
          </p:nvPr>
        </p:nvSpPr>
        <p:spPr>
          <a:xfrm xmlns:a="http://schemas.openxmlformats.org/drawingml/2006/main">
            <a:off x="629841" y="342900"/>
            <a:ext cx="2949178"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Clr>
                <a:schemeClr val="dk1"/>
              </a:buClr>
              <a:buSzPts val="2400"/>
              <a:buFont typeface="Arial"/>
              <a:buNone/>
              <a:defRPr sz="2400"/>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56" name="Shape 44">
            <a:extLst xmlns:a="http://schemas.openxmlformats.org/drawingml/2006/main">
              <a:ext uri="{FF2B5EF4-FFF2-40B4-BE49-F238E27FC236}">
                <a16:creationId xmlns:a16="http://schemas.microsoft.com/office/drawing/2014/main" id="{E877EE45-5657-4D20-A631-EE59F5758D07}"/>
              </a:ext>
            </a:extLst>
          </p:cNvPr>
          <p:cNvSpPr>
            <a:spLocks xmlns:a="http://schemas.openxmlformats.org/drawingml/2006/main" noGrp="1"/>
          </p:cNvSpPr>
          <p:nvPr>
            <p:ph type="body" idx="1"/>
          </p:nvPr>
        </p:nvSpPr>
        <p:spPr>
          <a:xfrm xmlns:a="http://schemas.openxmlformats.org/drawingml/2006/main">
            <a:off x="3887391" y="740569"/>
            <a:ext cx="4629150" cy="36552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81000" algn="l">
              <a:lnSpc>
                <a:spcPct val="90000"/>
              </a:lnSpc>
              <a:spcBef>
                <a:spcPts val="800"/>
              </a:spcBef>
              <a:spcAft>
                <a:spcPts val="0"/>
              </a:spcAft>
              <a:buClr>
                <a:schemeClr val="dk1"/>
              </a:buClr>
              <a:buSzPts val="2400"/>
              <a:buChar char="•"/>
              <a:defRPr sz="2400"/>
            </a:lvl1pPr>
            <a:lvl2pPr marL="914400" indent="-361950" algn="l">
              <a:lnSpc>
                <a:spcPct val="90000"/>
              </a:lnSpc>
              <a:spcBef>
                <a:spcPts val="400"/>
              </a:spcBef>
              <a:spcAft>
                <a:spcPts val="0"/>
              </a:spcAft>
              <a:buClr>
                <a:schemeClr val="dk1"/>
              </a:buClr>
              <a:buSzPts val="2100"/>
              <a:buChar char="•"/>
              <a:defRPr sz="2100"/>
            </a:lvl2pPr>
            <a:lvl3pPr marL="1371600" indent="-342900" algn="l">
              <a:lnSpc>
                <a:spcPct val="90000"/>
              </a:lnSpc>
              <a:spcBef>
                <a:spcPts val="400"/>
              </a:spcBef>
              <a:spcAft>
                <a:spcPts val="0"/>
              </a:spcAft>
              <a:buClr>
                <a:schemeClr val="dk1"/>
              </a:buClr>
              <a:buSzPts val="1800"/>
              <a:buChar char="•"/>
              <a:defRPr sz="1800"/>
            </a:lvl3pPr>
            <a:lvl4pPr marL="1828800" indent="-323850" algn="l">
              <a:lnSpc>
                <a:spcPct val="90000"/>
              </a:lnSpc>
              <a:spcBef>
                <a:spcPts val="400"/>
              </a:spcBef>
              <a:spcAft>
                <a:spcPts val="0"/>
              </a:spcAft>
              <a:buClr>
                <a:schemeClr val="dk1"/>
              </a:buClr>
              <a:buSzPts val="1500"/>
              <a:buChar char="•"/>
              <a:defRPr sz="1500"/>
            </a:lvl4pPr>
            <a:lvl5pPr marL="2286000" indent="-323850" algn="l">
              <a:lnSpc>
                <a:spcPct val="90000"/>
              </a:lnSpc>
              <a:spcBef>
                <a:spcPts val="400"/>
              </a:spcBef>
              <a:spcAft>
                <a:spcPts val="0"/>
              </a:spcAft>
              <a:buClr>
                <a:schemeClr val="dk1"/>
              </a:buClr>
              <a:buSzPts val="1500"/>
              <a:buChar char="•"/>
              <a:defRPr sz="1500"/>
            </a:lvl5pPr>
            <a:lvl6pPr marL="2743200" indent="-323850" algn="l">
              <a:lnSpc>
                <a:spcPct val="90000"/>
              </a:lnSpc>
              <a:spcBef>
                <a:spcPts val="400"/>
              </a:spcBef>
              <a:spcAft>
                <a:spcPts val="0"/>
              </a:spcAft>
              <a:buClr>
                <a:schemeClr val="dk1"/>
              </a:buClr>
              <a:buSzPts val="1500"/>
              <a:buChar char="•"/>
              <a:defRPr sz="1500"/>
            </a:lvl6pPr>
            <a:lvl7pPr marL="3200400" indent="-323850" algn="l">
              <a:lnSpc>
                <a:spcPct val="90000"/>
              </a:lnSpc>
              <a:spcBef>
                <a:spcPts val="400"/>
              </a:spcBef>
              <a:spcAft>
                <a:spcPts val="0"/>
              </a:spcAft>
              <a:buClr>
                <a:schemeClr val="dk1"/>
              </a:buClr>
              <a:buSzPts val="1500"/>
              <a:buChar char="•"/>
              <a:defRPr sz="1500"/>
            </a:lvl7pPr>
            <a:lvl8pPr marL="3657600" indent="-323850" algn="l">
              <a:lnSpc>
                <a:spcPct val="90000"/>
              </a:lnSpc>
              <a:spcBef>
                <a:spcPts val="400"/>
              </a:spcBef>
              <a:spcAft>
                <a:spcPts val="0"/>
              </a:spcAft>
              <a:buClr>
                <a:schemeClr val="dk1"/>
              </a:buClr>
              <a:buSzPts val="1500"/>
              <a:buChar char="•"/>
              <a:defRPr sz="1500"/>
            </a:lvl8pPr>
            <a:lvl9pPr marL="4114800" indent="-323850" algn="l">
              <a:lnSpc>
                <a:spcPct val="90000"/>
              </a:lnSpc>
              <a:spcBef>
                <a:spcPts val="400"/>
              </a:spcBef>
              <a:spcAft>
                <a:spcPts val="0"/>
              </a:spcAft>
              <a:buClr>
                <a:schemeClr val="dk1"/>
              </a:buClr>
              <a:buSzPts val="1500"/>
              <a:buChar char="•"/>
              <a:defRPr sz="1500"/>
            </a:lvl9pPr>
          </a:lstStyle>
          <a:p xmlns:a="http://schemas.openxmlformats.org/drawingml/2006/main"/>
        </p:txBody>
      </p:sp>
      <p:sp>
        <p:nvSpPr>
          <p:cNvPr id="57" name="Shape 45">
            <a:extLst xmlns:a="http://schemas.openxmlformats.org/drawingml/2006/main">
              <a:ext uri="{FF2B5EF4-FFF2-40B4-BE49-F238E27FC236}">
                <a16:creationId xmlns:a16="http://schemas.microsoft.com/office/drawing/2014/main" id="{82B77F7F-E54B-4473-A22D-6569B12439C7}"/>
              </a:ext>
            </a:extLst>
          </p:cNvPr>
          <p:cNvSpPr>
            <a:spLocks xmlns:a="http://schemas.openxmlformats.org/drawingml/2006/main" noGrp="1"/>
          </p:cNvSpPr>
          <p:nvPr>
            <p:ph type="body" idx="2"/>
          </p:nvPr>
        </p:nvSpPr>
        <p:spPr>
          <a:xfrm xmlns:a="http://schemas.openxmlformats.org/drawingml/2006/main">
            <a:off x="629841" y="1543050"/>
            <a:ext cx="2949178" cy="28586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Clr>
                <a:schemeClr val="dk1"/>
              </a:buClr>
              <a:buSzPts val="1200"/>
              <a:buNone/>
              <a:defRPr sz="1200"/>
            </a:lvl1pPr>
            <a:lvl2pPr marL="914400" indent="-228600" algn="l">
              <a:lnSpc>
                <a:spcPct val="90000"/>
              </a:lnSpc>
              <a:spcBef>
                <a:spcPts val="400"/>
              </a:spcBef>
              <a:spcAft>
                <a:spcPts val="0"/>
              </a:spcAft>
              <a:buClr>
                <a:schemeClr val="dk1"/>
              </a:buClr>
              <a:buSzPts val="1100"/>
              <a:buNone/>
              <a:defRPr sz="1100"/>
            </a:lvl2pPr>
            <a:lvl3pPr marL="1371600" indent="-228600" algn="l">
              <a:lnSpc>
                <a:spcPct val="90000"/>
              </a:lnSpc>
              <a:spcBef>
                <a:spcPts val="400"/>
              </a:spcBef>
              <a:spcAft>
                <a:spcPts val="0"/>
              </a:spcAft>
              <a:buClr>
                <a:schemeClr val="dk1"/>
              </a:buClr>
              <a:buSzPts val="900"/>
              <a:buNone/>
              <a:defRPr sz="900"/>
            </a:lvl3pPr>
            <a:lvl4pPr marL="1828800" indent="-228600" algn="l">
              <a:lnSpc>
                <a:spcPct val="90000"/>
              </a:lnSpc>
              <a:spcBef>
                <a:spcPts val="400"/>
              </a:spcBef>
              <a:spcAft>
                <a:spcPts val="0"/>
              </a:spcAft>
              <a:buClr>
                <a:schemeClr val="dk1"/>
              </a:buClr>
              <a:buSzPts val="800"/>
              <a:buNone/>
              <a:defRPr sz="800"/>
            </a:lvl4pPr>
            <a:lvl5pPr marL="2286000" indent="-228600" algn="l">
              <a:lnSpc>
                <a:spcPct val="90000"/>
              </a:lnSpc>
              <a:spcBef>
                <a:spcPts val="400"/>
              </a:spcBef>
              <a:spcAft>
                <a:spcPts val="0"/>
              </a:spcAft>
              <a:buClr>
                <a:schemeClr val="dk1"/>
              </a:buClr>
              <a:buSzPts val="800"/>
              <a:buNone/>
              <a:defRPr sz="800"/>
            </a:lvl5pPr>
            <a:lvl6pPr marL="2743200" indent="-228600" algn="l">
              <a:lnSpc>
                <a:spcPct val="90000"/>
              </a:lnSpc>
              <a:spcBef>
                <a:spcPts val="400"/>
              </a:spcBef>
              <a:spcAft>
                <a:spcPts val="0"/>
              </a:spcAft>
              <a:buClr>
                <a:schemeClr val="dk1"/>
              </a:buClr>
              <a:buSzPts val="800"/>
              <a:buNone/>
              <a:defRPr sz="800"/>
            </a:lvl6pPr>
            <a:lvl7pPr marL="3200400" indent="-228600" algn="l">
              <a:lnSpc>
                <a:spcPct val="90000"/>
              </a:lnSpc>
              <a:spcBef>
                <a:spcPts val="400"/>
              </a:spcBef>
              <a:spcAft>
                <a:spcPts val="0"/>
              </a:spcAft>
              <a:buClr>
                <a:schemeClr val="dk1"/>
              </a:buClr>
              <a:buSzPts val="800"/>
              <a:buNone/>
              <a:defRPr sz="800"/>
            </a:lvl7pPr>
            <a:lvl8pPr marL="3657600" indent="-228600" algn="l">
              <a:lnSpc>
                <a:spcPct val="90000"/>
              </a:lnSpc>
              <a:spcBef>
                <a:spcPts val="400"/>
              </a:spcBef>
              <a:spcAft>
                <a:spcPts val="0"/>
              </a:spcAft>
              <a:buClr>
                <a:schemeClr val="dk1"/>
              </a:buClr>
              <a:buSzPts val="800"/>
              <a:buNone/>
              <a:defRPr sz="800"/>
            </a:lvl8pPr>
            <a:lvl9pPr marL="4114800" indent="-228600" algn="l">
              <a:lnSpc>
                <a:spcPct val="90000"/>
              </a:lnSpc>
              <a:spcBef>
                <a:spcPts val="400"/>
              </a:spcBef>
              <a:spcAft>
                <a:spcPts val="0"/>
              </a:spcAft>
              <a:buClr>
                <a:schemeClr val="dk1"/>
              </a:buClr>
              <a:buSzPts val="800"/>
              <a:buNone/>
              <a:defRPr sz="800"/>
            </a:lvl9pPr>
          </a:lstStyle>
          <a:p xmlns:a="http://schemas.openxmlformats.org/drawingml/2006/main"/>
        </p:txBody>
      </p:sp>
      <p:sp>
        <p:nvSpPr>
          <p:cNvPr id="58" name="Shape 46">
            <a:extLst xmlns:a="http://schemas.openxmlformats.org/drawingml/2006/main">
              <a:ext uri="{FF2B5EF4-FFF2-40B4-BE49-F238E27FC236}">
                <a16:creationId xmlns:a16="http://schemas.microsoft.com/office/drawing/2014/main" id="{3EA3D50E-8E22-4004-8F51-85BCDAC8C245}"/>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59" name="Shape 47">
            <a:extLst xmlns:a="http://schemas.openxmlformats.org/drawingml/2006/main">
              <a:ext uri="{FF2B5EF4-FFF2-40B4-BE49-F238E27FC236}">
                <a16:creationId xmlns:a16="http://schemas.microsoft.com/office/drawing/2014/main" id="{47AD010C-7F8D-4992-9284-138BACFF13CE}"/>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60" name="Shape 48">
            <a:extLst xmlns:a="http://schemas.openxmlformats.org/drawingml/2006/main">
              <a:ext uri="{FF2B5EF4-FFF2-40B4-BE49-F238E27FC236}">
                <a16:creationId xmlns:a16="http://schemas.microsoft.com/office/drawing/2014/main" id="{BAE59130-47CE-4B6B-86E5-888783CEADBB}"/>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endParaRPr/>
          </a:p>
        </p:txBody>
      </p:sp>
    </p:spTree>
  </p:cSld>
</p:sldLayout>
</file>

<file path=ppt/slideLayouts/slideLayout9.xml><?xml version="1.0" encoding="utf-8"?>
<p:sldLayout xmlns:p="http://schemas.openxmlformats.org/presentationml/2006/main" matchingName="图片与标题" type="picTx">
  <p:cSld name="PICTURE_WITH_CAPTION_TEXT">
    <p:spTree>
      <p:nvGrpSpPr>
        <p:cNvPr id="1" name=""/>
        <p:cNvGrpSpPr/>
        <p:nvPr/>
      </p:nvGrpSpPr>
      <p:grpSpPr>
        <a:xfrm xmlns:a="http://schemas.openxmlformats.org/drawingml/2006/main"/>
      </p:grpSpPr>
      <p:sp>
        <p:nvSpPr>
          <p:cNvPr id="62" name="Shape 24">
            <a:extLst xmlns:a="http://schemas.openxmlformats.org/drawingml/2006/main">
              <a:ext uri="{FF2B5EF4-FFF2-40B4-BE49-F238E27FC236}">
                <a16:creationId xmlns:a16="http://schemas.microsoft.com/office/drawing/2014/main" id="{1762F1F1-09C1-4517-B9C4-9C45972F7B98}"/>
              </a:ext>
            </a:extLst>
          </p:cNvPr>
          <p:cNvSpPr>
            <a:spLocks xmlns:a="http://schemas.openxmlformats.org/drawingml/2006/main" noGrp="1"/>
          </p:cNvSpPr>
          <p:nvPr>
            <p:ph type="title" idx="0"/>
          </p:nvPr>
        </p:nvSpPr>
        <p:spPr>
          <a:xfrm xmlns:a="http://schemas.openxmlformats.org/drawingml/2006/main">
            <a:off x="629841" y="342900"/>
            <a:ext cx="2949178"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l">
              <a:lnSpc>
                <a:spcPct val="90000"/>
              </a:lnSpc>
              <a:spcBef>
                <a:spcPts val="0"/>
              </a:spcBef>
              <a:spcAft>
                <a:spcPts val="0"/>
              </a:spcAft>
              <a:buClr>
                <a:schemeClr val="dk1"/>
              </a:buClr>
              <a:buSzPts val="2400"/>
              <a:buFont typeface="Arial"/>
              <a:buNone/>
              <a:defRPr sz="2400"/>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63" name="Shape 25">
            <a:extLst xmlns:a="http://schemas.openxmlformats.org/drawingml/2006/main">
              <a:ext uri="{FF2B5EF4-FFF2-40B4-BE49-F238E27FC236}">
                <a16:creationId xmlns:a16="http://schemas.microsoft.com/office/drawing/2014/main" id="{09C2D2EF-5DCE-4CBE-A032-E48080F85764}"/>
              </a:ext>
            </a:extLst>
          </p:cNvPr>
          <p:cNvSpPr>
            <a:spLocks xmlns:a="http://schemas.openxmlformats.org/drawingml/2006/main" noGrp="1"/>
          </p:cNvSpPr>
          <p:nvPr>
            <p:ph type="pic" idx="2"/>
          </p:nvPr>
        </p:nvSpPr>
        <p:spPr>
          <a:xfrm xmlns:a="http://schemas.openxmlformats.org/drawingml/2006/main">
            <a:off x="3887391" y="740569"/>
            <a:ext cx="4629150" cy="3655219"/>
          </a:xfrm>
          <a:prstGeom xmlns:a="http://schemas.openxmlformats.org/drawingml/2006/main" prst="rect">
            <a:avLst/>
          </a:prstGeom>
          <a:noFill xmlns:a="http://schemas.openxmlformats.org/drawingml/2006/main"/>
          <a:ln xmlns:a="http://schemas.openxmlformats.org/drawingml/2006/main">
            <a:noFill/>
          </a:ln>
        </p:spPr>
      </p:sp>
      <p:sp>
        <p:nvSpPr>
          <p:cNvPr id="64" name="Shape 26">
            <a:extLst xmlns:a="http://schemas.openxmlformats.org/drawingml/2006/main">
              <a:ext uri="{FF2B5EF4-FFF2-40B4-BE49-F238E27FC236}">
                <a16:creationId xmlns:a16="http://schemas.microsoft.com/office/drawing/2014/main" id="{FD781CDA-6762-4B19-A823-7B83F695D103}"/>
              </a:ext>
            </a:extLst>
          </p:cNvPr>
          <p:cNvSpPr>
            <a:spLocks xmlns:a="http://schemas.openxmlformats.org/drawingml/2006/main" noGrp="1"/>
          </p:cNvSpPr>
          <p:nvPr>
            <p:ph type="body" idx="1"/>
          </p:nvPr>
        </p:nvSpPr>
        <p:spPr>
          <a:xfrm xmlns:a="http://schemas.openxmlformats.org/drawingml/2006/main">
            <a:off x="629841" y="1543050"/>
            <a:ext cx="2949178" cy="285869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228600" algn="l">
              <a:lnSpc>
                <a:spcPct val="90000"/>
              </a:lnSpc>
              <a:spcBef>
                <a:spcPts val="800"/>
              </a:spcBef>
              <a:spcAft>
                <a:spcPts val="0"/>
              </a:spcAft>
              <a:buClr>
                <a:schemeClr val="dk1"/>
              </a:buClr>
              <a:buSzPts val="1200"/>
              <a:buNone/>
              <a:defRPr sz="1200"/>
            </a:lvl1pPr>
            <a:lvl2pPr marL="914400" indent="-228600" algn="l">
              <a:lnSpc>
                <a:spcPct val="90000"/>
              </a:lnSpc>
              <a:spcBef>
                <a:spcPts val="400"/>
              </a:spcBef>
              <a:spcAft>
                <a:spcPts val="0"/>
              </a:spcAft>
              <a:buClr>
                <a:schemeClr val="dk1"/>
              </a:buClr>
              <a:buSzPts val="1100"/>
              <a:buNone/>
              <a:defRPr sz="1100"/>
            </a:lvl2pPr>
            <a:lvl3pPr marL="1371600" indent="-228600" algn="l">
              <a:lnSpc>
                <a:spcPct val="90000"/>
              </a:lnSpc>
              <a:spcBef>
                <a:spcPts val="400"/>
              </a:spcBef>
              <a:spcAft>
                <a:spcPts val="0"/>
              </a:spcAft>
              <a:buClr>
                <a:schemeClr val="dk1"/>
              </a:buClr>
              <a:buSzPts val="900"/>
              <a:buNone/>
              <a:defRPr sz="900"/>
            </a:lvl3pPr>
            <a:lvl4pPr marL="1828800" indent="-228600" algn="l">
              <a:lnSpc>
                <a:spcPct val="90000"/>
              </a:lnSpc>
              <a:spcBef>
                <a:spcPts val="400"/>
              </a:spcBef>
              <a:spcAft>
                <a:spcPts val="0"/>
              </a:spcAft>
              <a:buClr>
                <a:schemeClr val="dk1"/>
              </a:buClr>
              <a:buSzPts val="800"/>
              <a:buNone/>
              <a:defRPr sz="800"/>
            </a:lvl4pPr>
            <a:lvl5pPr marL="2286000" indent="-228600" algn="l">
              <a:lnSpc>
                <a:spcPct val="90000"/>
              </a:lnSpc>
              <a:spcBef>
                <a:spcPts val="400"/>
              </a:spcBef>
              <a:spcAft>
                <a:spcPts val="0"/>
              </a:spcAft>
              <a:buClr>
                <a:schemeClr val="dk1"/>
              </a:buClr>
              <a:buSzPts val="800"/>
              <a:buNone/>
              <a:defRPr sz="800"/>
            </a:lvl5pPr>
            <a:lvl6pPr marL="2743200" indent="-228600" algn="l">
              <a:lnSpc>
                <a:spcPct val="90000"/>
              </a:lnSpc>
              <a:spcBef>
                <a:spcPts val="400"/>
              </a:spcBef>
              <a:spcAft>
                <a:spcPts val="0"/>
              </a:spcAft>
              <a:buClr>
                <a:schemeClr val="dk1"/>
              </a:buClr>
              <a:buSzPts val="800"/>
              <a:buNone/>
              <a:defRPr sz="800"/>
            </a:lvl6pPr>
            <a:lvl7pPr marL="3200400" indent="-228600" algn="l">
              <a:lnSpc>
                <a:spcPct val="90000"/>
              </a:lnSpc>
              <a:spcBef>
                <a:spcPts val="400"/>
              </a:spcBef>
              <a:spcAft>
                <a:spcPts val="0"/>
              </a:spcAft>
              <a:buClr>
                <a:schemeClr val="dk1"/>
              </a:buClr>
              <a:buSzPts val="800"/>
              <a:buNone/>
              <a:defRPr sz="800"/>
            </a:lvl7pPr>
            <a:lvl8pPr marL="3657600" indent="-228600" algn="l">
              <a:lnSpc>
                <a:spcPct val="90000"/>
              </a:lnSpc>
              <a:spcBef>
                <a:spcPts val="400"/>
              </a:spcBef>
              <a:spcAft>
                <a:spcPts val="0"/>
              </a:spcAft>
              <a:buClr>
                <a:schemeClr val="dk1"/>
              </a:buClr>
              <a:buSzPts val="800"/>
              <a:buNone/>
              <a:defRPr sz="800"/>
            </a:lvl8pPr>
            <a:lvl9pPr marL="4114800" indent="-228600" algn="l">
              <a:lnSpc>
                <a:spcPct val="90000"/>
              </a:lnSpc>
              <a:spcBef>
                <a:spcPts val="400"/>
              </a:spcBef>
              <a:spcAft>
                <a:spcPts val="0"/>
              </a:spcAft>
              <a:buClr>
                <a:schemeClr val="dk1"/>
              </a:buClr>
              <a:buSzPts val="800"/>
              <a:buNone/>
              <a:defRPr sz="800"/>
            </a:lvl9pPr>
          </a:lstStyle>
          <a:p xmlns:a="http://schemas.openxmlformats.org/drawingml/2006/main"/>
        </p:txBody>
      </p:sp>
      <p:sp>
        <p:nvSpPr>
          <p:cNvPr id="65" name="Shape 27">
            <a:extLst xmlns:a="http://schemas.openxmlformats.org/drawingml/2006/main">
              <a:ext uri="{FF2B5EF4-FFF2-40B4-BE49-F238E27FC236}">
                <a16:creationId xmlns:a16="http://schemas.microsoft.com/office/drawing/2014/main" id="{F715B16F-259C-44E4-8055-0D0CD8CAF834}"/>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66" name="Shape 28">
            <a:extLst xmlns:a="http://schemas.openxmlformats.org/drawingml/2006/main">
              <a:ext uri="{FF2B5EF4-FFF2-40B4-BE49-F238E27FC236}">
                <a16:creationId xmlns:a16="http://schemas.microsoft.com/office/drawing/2014/main" id="{592BB5DA-FFBE-44B1-BCBF-DEB8EC46700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67" name="Shape 29">
            <a:extLst xmlns:a="http://schemas.openxmlformats.org/drawingml/2006/main">
              <a:ext uri="{FF2B5EF4-FFF2-40B4-BE49-F238E27FC236}">
                <a16:creationId xmlns:a16="http://schemas.microsoft.com/office/drawing/2014/main" id="{ABC10396-8C79-4029-B297-4587E555A2F5}"/>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endParaRPr/>
          </a:p>
        </p:txBody>
      </p:sp>
    </p:spTree>
  </p:cSld>
</p:sldLayout>
</file>

<file path=ppt/slideLayouts/slideLayout10.xml><?xml version="1.0" encoding="utf-8"?>
<p:sldLayout xmlns:p="http://schemas.openxmlformats.org/presentationml/2006/main" matchingName="标题和竖排文字" type="vertTx">
  <p:cSld name="VERTICAL_TEXT">
    <p:spTree>
      <p:nvGrpSpPr>
        <p:cNvPr id="1" name=""/>
        <p:cNvGrpSpPr/>
        <p:nvPr/>
      </p:nvGrpSpPr>
      <p:grpSpPr>
        <a:xfrm xmlns:a="http://schemas.openxmlformats.org/drawingml/2006/main"/>
      </p:grpSpPr>
      <p:sp>
        <p:nvSpPr>
          <p:cNvPr id="69" name="Shape 49">
            <a:extLst xmlns:a="http://schemas.openxmlformats.org/drawingml/2006/main">
              <a:ext uri="{FF2B5EF4-FFF2-40B4-BE49-F238E27FC236}">
                <a16:creationId xmlns:a16="http://schemas.microsoft.com/office/drawing/2014/main" id="{2E8CBA52-941C-48DD-B2A1-3A085F062311}"/>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70" name="Shape 50">
            <a:extLst xmlns:a="http://schemas.openxmlformats.org/drawingml/2006/main">
              <a:ext uri="{FF2B5EF4-FFF2-40B4-BE49-F238E27FC236}">
                <a16:creationId xmlns:a16="http://schemas.microsoft.com/office/drawing/2014/main" id="{7FDABD1F-415D-406A-9391-13096C013DE0}"/>
              </a:ext>
            </a:extLst>
          </p:cNvPr>
          <p:cNvSpPr>
            <a:spLocks xmlns:a="http://schemas.openxmlformats.org/drawingml/2006/main" noGrp="1"/>
          </p:cNvSpPr>
          <p:nvPr>
            <p:ph type="body" idx="1"/>
          </p:nvPr>
        </p:nvSpPr>
        <p:spPr>
          <a:xfrm xmlns:a="http://schemas.openxmlformats.org/drawingml/2006/main" rot="5400000">
            <a:off x="2940248" y="-942379"/>
            <a:ext cx="3263504" cy="788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p:txBody>
      </p:sp>
      <p:sp>
        <p:nvSpPr>
          <p:cNvPr id="71" name="Shape 51">
            <a:extLst xmlns:a="http://schemas.openxmlformats.org/drawingml/2006/main">
              <a:ext uri="{FF2B5EF4-FFF2-40B4-BE49-F238E27FC236}">
                <a16:creationId xmlns:a16="http://schemas.microsoft.com/office/drawing/2014/main" id="{89F7BDF8-65FE-4C35-AFFF-965DC7851453}"/>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2" name="Shape 52">
            <a:extLst xmlns:a="http://schemas.openxmlformats.org/drawingml/2006/main">
              <a:ext uri="{FF2B5EF4-FFF2-40B4-BE49-F238E27FC236}">
                <a16:creationId xmlns:a16="http://schemas.microsoft.com/office/drawing/2014/main" id="{A709EC62-2339-4A0F-81EC-F93FF5903274}"/>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3" name="Shape 53">
            <a:extLst xmlns:a="http://schemas.openxmlformats.org/drawingml/2006/main">
              <a:ext uri="{FF2B5EF4-FFF2-40B4-BE49-F238E27FC236}">
                <a16:creationId xmlns:a16="http://schemas.microsoft.com/office/drawing/2014/main" id="{693AEFB4-E959-45E3-B2F2-4A8E304326DD}"/>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endParaRPr/>
          </a:p>
        </p:txBody>
      </p:sp>
    </p:spTree>
  </p:cSld>
</p:sldLayout>
</file>

<file path=ppt/slideLayouts/slideLayout11.xml><?xml version="1.0" encoding="utf-8"?>
<p:sldLayout xmlns:p="http://schemas.openxmlformats.org/presentationml/2006/main" matchingName="竖排标题与文本" type="vertTitleAndTx">
  <p:cSld name="VERTICAL_TITLE_AND_VERTICAL_TEXT">
    <p:spTree>
      <p:nvGrpSpPr>
        <p:cNvPr id="1" name=""/>
        <p:cNvGrpSpPr/>
        <p:nvPr/>
      </p:nvGrpSpPr>
      <p:grpSpPr>
        <a:xfrm xmlns:a="http://schemas.openxmlformats.org/drawingml/2006/main"/>
      </p:grpSpPr>
      <p:sp>
        <p:nvSpPr>
          <p:cNvPr id="75" name="Shape 15">
            <a:extLst xmlns:a="http://schemas.openxmlformats.org/drawingml/2006/main">
              <a:ext uri="{FF2B5EF4-FFF2-40B4-BE49-F238E27FC236}">
                <a16:creationId xmlns:a16="http://schemas.microsoft.com/office/drawing/2014/main" id="{026A5787-794E-4D21-B560-2F428205AC42}"/>
              </a:ext>
            </a:extLst>
          </p:cNvPr>
          <p:cNvSpPr>
            <a:spLocks xmlns:a="http://schemas.openxmlformats.org/drawingml/2006/main" noGrp="1"/>
          </p:cNvSpPr>
          <p:nvPr>
            <p:ph type="title" idx="0"/>
          </p:nvPr>
        </p:nvSpPr>
        <p:spPr>
          <a:xfrm xmlns:a="http://schemas.openxmlformats.org/drawingml/2006/main" rot="5400000">
            <a:off x="5350073" y="1467445"/>
            <a:ext cx="4358879" cy="1971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spcBef>
                <a:spcPts val="0"/>
              </a:spcBef>
              <a:spcAft>
                <a:spcPts val="0"/>
              </a:spcAft>
              <a:buSzPts val="1100"/>
              <a:buNone/>
              <a:defRPr/>
            </a:lvl2pPr>
            <a:lvl3pPr>
              <a:spcBef>
                <a:spcPts val="0"/>
              </a:spcBef>
              <a:spcAft>
                <a:spcPts val="0"/>
              </a:spcAft>
              <a:buSzPts val="1100"/>
              <a:buNone/>
              <a:defRPr/>
            </a:lvl3pPr>
            <a:lvl4pPr>
              <a:spcBef>
                <a:spcPts val="0"/>
              </a:spcBef>
              <a:spcAft>
                <a:spcPts val="0"/>
              </a:spcAft>
              <a:buSzPts val="1100"/>
              <a:buNone/>
              <a:defRPr/>
            </a:lvl4pPr>
            <a:lvl5pPr>
              <a:spcBef>
                <a:spcPts val="0"/>
              </a:spcBef>
              <a:spcAft>
                <a:spcPts val="0"/>
              </a:spcAft>
              <a:buSzPts val="1100"/>
              <a:buNone/>
              <a:defRPr/>
            </a:lvl5pPr>
            <a:lvl6pPr>
              <a:spcBef>
                <a:spcPts val="0"/>
              </a:spcBef>
              <a:spcAft>
                <a:spcPts val="0"/>
              </a:spcAft>
              <a:buSzPts val="1100"/>
              <a:buNone/>
              <a:defRPr/>
            </a:lvl6pPr>
            <a:lvl7pPr>
              <a:spcBef>
                <a:spcPts val="0"/>
              </a:spcBef>
              <a:spcAft>
                <a:spcPts val="0"/>
              </a:spcAft>
              <a:buSzPts val="1100"/>
              <a:buNone/>
              <a:defRPr/>
            </a:lvl7pPr>
            <a:lvl8pPr>
              <a:spcBef>
                <a:spcPts val="0"/>
              </a:spcBef>
              <a:spcAft>
                <a:spcPts val="0"/>
              </a:spcAft>
              <a:buSzPts val="1100"/>
              <a:buNone/>
              <a:defRPr/>
            </a:lvl8pPr>
            <a:lvl9pPr>
              <a:spcBef>
                <a:spcPts val="0"/>
              </a:spcBef>
              <a:spcAft>
                <a:spcPts val="0"/>
              </a:spcAft>
              <a:buSzPts val="1100"/>
              <a:buNone/>
              <a:defRPr/>
            </a:lvl9pPr>
          </a:lstStyle>
          <a:p xmlns:a="http://schemas.openxmlformats.org/drawingml/2006/main"/>
        </p:txBody>
      </p:sp>
      <p:sp>
        <p:nvSpPr>
          <p:cNvPr id="76" name="Shape 16">
            <a:extLst xmlns:a="http://schemas.openxmlformats.org/drawingml/2006/main">
              <a:ext uri="{FF2B5EF4-FFF2-40B4-BE49-F238E27FC236}">
                <a16:creationId xmlns:a16="http://schemas.microsoft.com/office/drawing/2014/main" id="{78BF624E-53D7-4F79-8F2E-78DC7A8BB36B}"/>
              </a:ext>
            </a:extLst>
          </p:cNvPr>
          <p:cNvSpPr>
            <a:spLocks xmlns:a="http://schemas.openxmlformats.org/drawingml/2006/main" noGrp="1"/>
          </p:cNvSpPr>
          <p:nvPr>
            <p:ph type="body" idx="1"/>
          </p:nvPr>
        </p:nvSpPr>
        <p:spPr>
          <a:xfrm xmlns:a="http://schemas.openxmlformats.org/drawingml/2006/main" rot="5400000">
            <a:off x="1349573" y="-447080"/>
            <a:ext cx="4358879" cy="58007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p:txBody>
      </p:sp>
      <p:sp>
        <p:nvSpPr>
          <p:cNvPr id="77" name="Shape 17">
            <a:extLst xmlns:a="http://schemas.openxmlformats.org/drawingml/2006/main">
              <a:ext uri="{FF2B5EF4-FFF2-40B4-BE49-F238E27FC236}">
                <a16:creationId xmlns:a16="http://schemas.microsoft.com/office/drawing/2014/main" id="{A2DB9757-7361-45F9-8E3B-5CD42E61321C}"/>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8" name="Shape 18">
            <a:extLst xmlns:a="http://schemas.openxmlformats.org/drawingml/2006/main">
              <a:ext uri="{FF2B5EF4-FFF2-40B4-BE49-F238E27FC236}">
                <a16:creationId xmlns:a16="http://schemas.microsoft.com/office/drawing/2014/main" id="{57AA823F-B55E-4EFC-B3B8-41657A91429D}"/>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spcBef>
                <a:spcPts val="0"/>
              </a:spcBef>
              <a:spcAft>
                <a:spcPts val="0"/>
              </a:spcAft>
              <a:buSzPts val="1100"/>
              <a:buNone/>
              <a:defRPr/>
            </a:lvl1pPr>
            <a:lvl2pPr algn="l">
              <a:spcBef>
                <a:spcPts val="0"/>
              </a:spcBef>
              <a:spcAft>
                <a:spcPts val="0"/>
              </a:spcAft>
              <a:buSzPts val="1100"/>
              <a:buNone/>
              <a:defRPr/>
            </a:lvl2pPr>
            <a:lvl3pPr algn="l">
              <a:spcBef>
                <a:spcPts val="0"/>
              </a:spcBef>
              <a:spcAft>
                <a:spcPts val="0"/>
              </a:spcAft>
              <a:buSzPts val="1100"/>
              <a:buNone/>
              <a:defRPr/>
            </a:lvl3pPr>
            <a:lvl4pPr algn="l">
              <a:spcBef>
                <a:spcPts val="0"/>
              </a:spcBef>
              <a:spcAft>
                <a:spcPts val="0"/>
              </a:spcAft>
              <a:buSzPts val="1100"/>
              <a:buNone/>
              <a:defRPr/>
            </a:lvl4pPr>
            <a:lvl5pPr algn="l">
              <a:spcBef>
                <a:spcPts val="0"/>
              </a:spcBef>
              <a:spcAft>
                <a:spcPts val="0"/>
              </a:spcAft>
              <a:buSzPts val="1100"/>
              <a:buNone/>
              <a:defRPr/>
            </a:lvl5pPr>
            <a:lvl6pPr algn="l">
              <a:spcBef>
                <a:spcPts val="0"/>
              </a:spcBef>
              <a:spcAft>
                <a:spcPts val="0"/>
              </a:spcAft>
              <a:buSzPts val="1100"/>
              <a:buNone/>
              <a:defRPr/>
            </a:lvl6pPr>
            <a:lvl7pPr algn="l">
              <a:spcBef>
                <a:spcPts val="0"/>
              </a:spcBef>
              <a:spcAft>
                <a:spcPts val="0"/>
              </a:spcAft>
              <a:buSzPts val="1100"/>
              <a:buNone/>
              <a:defRPr/>
            </a:lvl7pPr>
            <a:lvl8pPr algn="l">
              <a:spcBef>
                <a:spcPts val="0"/>
              </a:spcBef>
              <a:spcAft>
                <a:spcPts val="0"/>
              </a:spcAft>
              <a:buSzPts val="1100"/>
              <a:buNone/>
              <a:defRPr/>
            </a:lvl8pPr>
            <a:lvl9pPr algn="l">
              <a:spcBef>
                <a:spcPts val="0"/>
              </a:spcBef>
              <a:spcAft>
                <a:spcPts val="0"/>
              </a:spcAft>
              <a:buSzPts val="1100"/>
              <a:buNone/>
              <a:defRPr/>
            </a:lvl9pPr>
          </a:lstStyle>
          <a:p xmlns:a="http://schemas.openxmlformats.org/drawingml/2006/main"/>
        </p:txBody>
      </p:sp>
      <p:sp>
        <p:nvSpPr>
          <p:cNvPr id="79" name="Shape 19">
            <a:extLst xmlns:a="http://schemas.openxmlformats.org/drawingml/2006/main">
              <a:ext uri="{FF2B5EF4-FFF2-40B4-BE49-F238E27FC236}">
                <a16:creationId xmlns:a16="http://schemas.microsoft.com/office/drawing/2014/main" id="{3F62DE83-AC95-4ACF-AF7F-DDC9E326ABF3}"/>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endParaRPr/>
          </a:p>
        </p:txBody>
      </p:sp>
    </p:spTree>
  </p:cSld>
</p:sldLayout>
</file>

<file path=ppt/slideLayouts/slideLayout12.xml><?xml version="1.0" encoding="utf-8"?>
<p:sldLayout xmlns:p="http://schemas.openxmlformats.org/presentationml/2006/main" type="title" preserve="1">
  <p:cSld>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f88e365a46405d" /><Relationship Type="http://schemas.openxmlformats.org/officeDocument/2006/relationships/slideLayout" Target="/ppt/slideLayouts/slideLayout1.xml" Id="Rd2bd500672924e96" /><Relationship Type="http://schemas.openxmlformats.org/officeDocument/2006/relationships/slideLayout" Target="/ppt/slideLayouts/slideLayout2.xml" Id="R7062ce49dbd34474" /><Relationship Type="http://schemas.openxmlformats.org/officeDocument/2006/relationships/slideLayout" Target="/ppt/slideLayouts/slideLayout3.xml" Id="Rd02b7361130c4b24" /><Relationship Type="http://schemas.openxmlformats.org/officeDocument/2006/relationships/slideLayout" Target="/ppt/slideLayouts/slideLayout4.xml" Id="Re6953144911c4c5f" /><Relationship Type="http://schemas.openxmlformats.org/officeDocument/2006/relationships/slideLayout" Target="/ppt/slideLayouts/slideLayout5.xml" Id="R6b4ef2b015b34ea0" /><Relationship Type="http://schemas.openxmlformats.org/officeDocument/2006/relationships/slideLayout" Target="/ppt/slideLayouts/slideLayout6.xml" Id="R135f95d01e784623" /><Relationship Type="http://schemas.openxmlformats.org/officeDocument/2006/relationships/slideLayout" Target="/ppt/slideLayouts/slideLayout7.xml" Id="R0bce07500198492c" /><Relationship Type="http://schemas.openxmlformats.org/officeDocument/2006/relationships/slideLayout" Target="/ppt/slideLayouts/slideLayout8.xml" Id="Rfcf35cee1c454acd" /><Relationship Type="http://schemas.openxmlformats.org/officeDocument/2006/relationships/slideLayout" Target="/ppt/slideLayouts/slideLayout9.xml" Id="R8dd7d3f3132c414a" /><Relationship Type="http://schemas.openxmlformats.org/officeDocument/2006/relationships/slideLayout" Target="/ppt/slideLayouts/slideLayout10.xml" Id="R1356becf91fa48e4" /><Relationship Type="http://schemas.openxmlformats.org/officeDocument/2006/relationships/slideLayout" Target="/ppt/slideLayouts/slideLayout11.xml" Id="Rfd033422b2c64960"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1aa8ee12e9594075" /><Relationship Type="http://schemas.openxmlformats.org/officeDocument/2006/relationships/slideLayout" Target="/ppt/slideLayouts/slideLayout12.xml" Id="R06e348d1e5604861"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Shape 1">
            <a:extLst xmlns:a="http://schemas.openxmlformats.org/drawingml/2006/main">
              <a:ext uri="{FF2B5EF4-FFF2-40B4-BE49-F238E27FC236}">
                <a16:creationId xmlns:a16="http://schemas.microsoft.com/office/drawing/2014/main" id="{81EB8BAD-5C24-4BAA-A0D3-ACB313792959}"/>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marR="0" algn="l">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defRPr>
            </a:lvl1pPr>
            <a:lvl2pPr>
              <a:spcBef>
                <a:spcPts val="0"/>
              </a:spcBef>
              <a:spcAft>
                <a:spcPts val="0"/>
              </a:spcAft>
              <a:buSzPts val="1100"/>
              <a:buNone/>
              <a:defRPr sz="1400"/>
            </a:lvl2pPr>
            <a:lvl3pPr>
              <a:spcBef>
                <a:spcPts val="0"/>
              </a:spcBef>
              <a:spcAft>
                <a:spcPts val="0"/>
              </a:spcAft>
              <a:buSzPts val="1100"/>
              <a:buNone/>
              <a:defRPr sz="1400"/>
            </a:lvl3pPr>
            <a:lvl4pPr>
              <a:spcBef>
                <a:spcPts val="0"/>
              </a:spcBef>
              <a:spcAft>
                <a:spcPts val="0"/>
              </a:spcAft>
              <a:buSzPts val="1100"/>
              <a:buNone/>
              <a:defRPr sz="1400"/>
            </a:lvl4pPr>
            <a:lvl5pPr>
              <a:spcBef>
                <a:spcPts val="0"/>
              </a:spcBef>
              <a:spcAft>
                <a:spcPts val="0"/>
              </a:spcAft>
              <a:buSzPts val="1100"/>
              <a:buNone/>
              <a:defRPr sz="1400"/>
            </a:lvl5pPr>
            <a:lvl6pPr>
              <a:spcBef>
                <a:spcPts val="0"/>
              </a:spcBef>
              <a:spcAft>
                <a:spcPts val="0"/>
              </a:spcAft>
              <a:buSzPts val="1100"/>
              <a:buNone/>
              <a:defRPr sz="1400"/>
            </a:lvl6pPr>
            <a:lvl7pPr>
              <a:spcBef>
                <a:spcPts val="0"/>
              </a:spcBef>
              <a:spcAft>
                <a:spcPts val="0"/>
              </a:spcAft>
              <a:buSzPts val="1100"/>
              <a:buNone/>
              <a:defRPr sz="1400"/>
            </a:lvl7pPr>
            <a:lvl8pPr>
              <a:spcBef>
                <a:spcPts val="0"/>
              </a:spcBef>
              <a:spcAft>
                <a:spcPts val="0"/>
              </a:spcAft>
              <a:buSzPts val="1100"/>
              <a:buNone/>
              <a:defRPr sz="1400"/>
            </a:lvl8pPr>
            <a:lvl9pPr>
              <a:spcBef>
                <a:spcPts val="0"/>
              </a:spcBef>
              <a:spcAft>
                <a:spcPts val="0"/>
              </a:spcAft>
              <a:buSzPts val="1100"/>
              <a:buNone/>
              <a:defRPr sz="1400"/>
            </a:lvl9pPr>
          </a:lstStyle>
          <a:p xmlns:a="http://schemas.openxmlformats.org/drawingml/2006/main"/>
        </p:txBody>
      </p:sp>
      <p:sp>
        <p:nvSpPr>
          <p:cNvPr id="7" name="Shape 2">
            <a:extLst xmlns:a="http://schemas.openxmlformats.org/drawingml/2006/main">
              <a:ext uri="{FF2B5EF4-FFF2-40B4-BE49-F238E27FC236}">
                <a16:creationId xmlns:a16="http://schemas.microsoft.com/office/drawing/2014/main" id="{19418957-5106-4B0C-83A1-3094D1B3937A}"/>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marR="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1pPr>
            <a:lvl2pPr marL="914400" marR="0"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2pPr>
            <a:lvl3pPr marL="1371600" marR="0"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defRPr>
            </a:lvl3pPr>
            <a:lvl4pPr marL="1828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4pPr>
            <a:lvl5pPr marL="22860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5pPr>
            <a:lvl6pPr marL="27432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6pPr>
            <a:lvl7pPr marL="32004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7pPr>
            <a:lvl8pPr marL="36576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8pPr>
            <a:lvl9pPr marL="4114800" marR="0"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defRPr>
            </a:lvl9pPr>
          </a:lstStyle>
          <a:p xmlns:a="http://schemas.openxmlformats.org/drawingml/2006/main"/>
        </p:txBody>
      </p:sp>
      <p:sp>
        <p:nvSpPr>
          <p:cNvPr id="8" name="Shape 3">
            <a:extLst xmlns:a="http://schemas.openxmlformats.org/drawingml/2006/main">
              <a:ext uri="{FF2B5EF4-FFF2-40B4-BE49-F238E27FC236}">
                <a16:creationId xmlns:a16="http://schemas.microsoft.com/office/drawing/2014/main" id="{DC42250D-AD59-4BCD-8BB1-6DDA4767523D}"/>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l">
              <a:spcBef>
                <a:spcPts val="0"/>
              </a:spcBef>
              <a:spcAft>
                <a:spcPts val="0"/>
              </a:spcAft>
              <a:buSzPts val="1100"/>
              <a:buNone/>
              <a:defRPr sz="900" b="0" i="0" u="none" strike="noStrike" cap="none">
                <a:solidFill>
                  <a:srgbClr val="888888"/>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9" name="Shape 4">
            <a:extLst xmlns:a="http://schemas.openxmlformats.org/drawingml/2006/main">
              <a:ext uri="{FF2B5EF4-FFF2-40B4-BE49-F238E27FC236}">
                <a16:creationId xmlns:a16="http://schemas.microsoft.com/office/drawing/2014/main" id="{F03F345D-7E2E-4A55-91A1-841AF6B3114C}"/>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R="0" algn="ctr">
              <a:spcBef>
                <a:spcPts val="0"/>
              </a:spcBef>
              <a:spcAft>
                <a:spcPts val="0"/>
              </a:spcAft>
              <a:buSzPts val="1100"/>
              <a:buNone/>
              <a:defRPr sz="900" b="0" i="0" u="none" strike="noStrike" cap="none">
                <a:solidFill>
                  <a:srgbClr val="888888"/>
                </a:solidFill>
                <a:latin typeface="Arial"/>
                <a:ea typeface="Arial"/>
                <a:cs typeface="Arial"/>
              </a:defRPr>
            </a:lvl1pPr>
            <a:lvl2pPr marR="0" algn="l">
              <a:spcBef>
                <a:spcPts val="0"/>
              </a:spcBef>
              <a:spcAft>
                <a:spcPts val="0"/>
              </a:spcAft>
              <a:buSzPts val="1100"/>
              <a:buNone/>
              <a:defRPr sz="1400" b="0" i="0" u="none" strike="noStrike" cap="none">
                <a:solidFill>
                  <a:schemeClr val="dk1"/>
                </a:solidFill>
                <a:latin typeface="Arial"/>
                <a:ea typeface="Arial"/>
                <a:cs typeface="Arial"/>
              </a:defRPr>
            </a:lvl2pPr>
            <a:lvl3pPr marR="0" algn="l">
              <a:spcBef>
                <a:spcPts val="0"/>
              </a:spcBef>
              <a:spcAft>
                <a:spcPts val="0"/>
              </a:spcAft>
              <a:buSzPts val="1100"/>
              <a:buNone/>
              <a:defRPr sz="1400" b="0" i="0" u="none" strike="noStrike" cap="none">
                <a:solidFill>
                  <a:schemeClr val="dk1"/>
                </a:solidFill>
                <a:latin typeface="Arial"/>
                <a:ea typeface="Arial"/>
                <a:cs typeface="Arial"/>
              </a:defRPr>
            </a:lvl3pPr>
            <a:lvl4pPr marR="0" algn="l">
              <a:spcBef>
                <a:spcPts val="0"/>
              </a:spcBef>
              <a:spcAft>
                <a:spcPts val="0"/>
              </a:spcAft>
              <a:buSzPts val="1100"/>
              <a:buNone/>
              <a:defRPr sz="1400" b="0" i="0" u="none" strike="noStrike" cap="none">
                <a:solidFill>
                  <a:schemeClr val="dk1"/>
                </a:solidFill>
                <a:latin typeface="Arial"/>
                <a:ea typeface="Arial"/>
                <a:cs typeface="Arial"/>
              </a:defRPr>
            </a:lvl4pPr>
            <a:lvl5pPr marR="0" algn="l">
              <a:spcBef>
                <a:spcPts val="0"/>
              </a:spcBef>
              <a:spcAft>
                <a:spcPts val="0"/>
              </a:spcAft>
              <a:buSzPts val="1100"/>
              <a:buNone/>
              <a:defRPr sz="1400" b="0" i="0" u="none" strike="noStrike" cap="none">
                <a:solidFill>
                  <a:schemeClr val="dk1"/>
                </a:solidFill>
                <a:latin typeface="Arial"/>
                <a:ea typeface="Arial"/>
                <a:cs typeface="Arial"/>
              </a:defRPr>
            </a:lvl5pPr>
            <a:lvl6pPr marR="0" algn="l">
              <a:spcBef>
                <a:spcPts val="0"/>
              </a:spcBef>
              <a:spcAft>
                <a:spcPts val="0"/>
              </a:spcAft>
              <a:buSzPts val="1100"/>
              <a:buNone/>
              <a:defRPr sz="1400" b="0" i="0" u="none" strike="noStrike" cap="none">
                <a:solidFill>
                  <a:schemeClr val="dk1"/>
                </a:solidFill>
                <a:latin typeface="Arial"/>
                <a:ea typeface="Arial"/>
                <a:cs typeface="Arial"/>
              </a:defRPr>
            </a:lvl6pPr>
            <a:lvl7pPr marR="0" algn="l">
              <a:spcBef>
                <a:spcPts val="0"/>
              </a:spcBef>
              <a:spcAft>
                <a:spcPts val="0"/>
              </a:spcAft>
              <a:buSzPts val="1100"/>
              <a:buNone/>
              <a:defRPr sz="1400" b="0" i="0" u="none" strike="noStrike" cap="none">
                <a:solidFill>
                  <a:schemeClr val="dk1"/>
                </a:solidFill>
                <a:latin typeface="Arial"/>
                <a:ea typeface="Arial"/>
                <a:cs typeface="Arial"/>
              </a:defRPr>
            </a:lvl7pPr>
            <a:lvl8pPr marR="0" algn="l">
              <a:spcBef>
                <a:spcPts val="0"/>
              </a:spcBef>
              <a:spcAft>
                <a:spcPts val="0"/>
              </a:spcAft>
              <a:buSzPts val="1100"/>
              <a:buNone/>
              <a:defRPr sz="1400" b="0" i="0" u="none" strike="noStrike" cap="none">
                <a:solidFill>
                  <a:schemeClr val="dk1"/>
                </a:solidFill>
                <a:latin typeface="Arial"/>
                <a:ea typeface="Arial"/>
                <a:cs typeface="Arial"/>
              </a:defRPr>
            </a:lvl8pPr>
            <a:lvl9pPr marR="0" algn="l">
              <a:spcBef>
                <a:spcPts val="0"/>
              </a:spcBef>
              <a:spcAft>
                <a:spcPts val="0"/>
              </a:spcAft>
              <a:buSzPts val="1100"/>
              <a:buNone/>
              <a:defRPr sz="1400" b="0" i="0" u="none" strike="noStrike" cap="none">
                <a:solidFill>
                  <a:schemeClr val="dk1"/>
                </a:solidFill>
                <a:latin typeface="Arial"/>
                <a:ea typeface="Arial"/>
                <a:cs typeface="Arial"/>
              </a:defRPr>
            </a:lvl9pPr>
          </a:lstStyle>
          <a:p xmlns:a="http://schemas.openxmlformats.org/drawingml/2006/main"/>
        </p:txBody>
      </p:sp>
      <p:sp>
        <p:nvSpPr>
          <p:cNvPr id="10" name="Shape 5">
            <a:extLst xmlns:a="http://schemas.openxmlformats.org/drawingml/2006/main">
              <a:ext uri="{FF2B5EF4-FFF2-40B4-BE49-F238E27FC236}">
                <a16:creationId xmlns:a16="http://schemas.microsoft.com/office/drawing/2014/main" id="{0C0D28A1-46EF-4E94-89EA-510EE0C20578}"/>
              </a:ext>
            </a:extLst>
          </p:cNvPr>
          <p:cNvSpPr>
            <a:spLocks xmlns:a="http://schemas.openxmlformats.org/drawingml/2006/main" noGrp="1"/>
          </p:cNvSpPr>
          <p:nvPr>
            <p:ph type="sldNum" idx="12"/>
          </p:nvPr>
        </p:nvSpPr>
        <p:spPr>
          <a:xfrm xmlns:a="http://schemas.openxmlformats.org/drawingml/2006/main">
            <a:off x="64579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marR="0" indent="0" algn="r">
              <a:spcBef>
                <a:spcPts val="0"/>
              </a:spcBef>
              <a:buNone/>
              <a:defRPr sz="900" b="0" i="0" u="none" strike="noStrike" cap="none">
                <a:solidFill>
                  <a:srgbClr val="888888"/>
                </a:solidFill>
                <a:latin typeface="Arial"/>
                <a:ea typeface="Arial"/>
                <a:cs typeface="Arial"/>
              </a:defRPr>
            </a:lvl1pPr>
            <a:lvl2pPr marL="0" marR="0" indent="0" algn="r">
              <a:spcBef>
                <a:spcPts val="0"/>
              </a:spcBef>
              <a:buNone/>
              <a:defRPr sz="900" b="0" i="0" u="none" strike="noStrike" cap="none">
                <a:solidFill>
                  <a:srgbClr val="888888"/>
                </a:solidFill>
                <a:latin typeface="Arial"/>
                <a:ea typeface="Arial"/>
                <a:cs typeface="Arial"/>
              </a:defRPr>
            </a:lvl2pPr>
            <a:lvl3pPr marL="0" marR="0" indent="0" algn="r">
              <a:spcBef>
                <a:spcPts val="0"/>
              </a:spcBef>
              <a:buNone/>
              <a:defRPr sz="900" b="0" i="0" u="none" strike="noStrike" cap="none">
                <a:solidFill>
                  <a:srgbClr val="888888"/>
                </a:solidFill>
                <a:latin typeface="Arial"/>
                <a:ea typeface="Arial"/>
                <a:cs typeface="Arial"/>
              </a:defRPr>
            </a:lvl3pPr>
            <a:lvl4pPr marL="0" marR="0" indent="0" algn="r">
              <a:spcBef>
                <a:spcPts val="0"/>
              </a:spcBef>
              <a:buNone/>
              <a:defRPr sz="900" b="0" i="0" u="none" strike="noStrike" cap="none">
                <a:solidFill>
                  <a:srgbClr val="888888"/>
                </a:solidFill>
                <a:latin typeface="Arial"/>
                <a:ea typeface="Arial"/>
                <a:cs typeface="Arial"/>
              </a:defRPr>
            </a:lvl4pPr>
            <a:lvl5pPr marL="0" marR="0" indent="0" algn="r">
              <a:spcBef>
                <a:spcPts val="0"/>
              </a:spcBef>
              <a:buNone/>
              <a:defRPr sz="900" b="0" i="0" u="none" strike="noStrike" cap="none">
                <a:solidFill>
                  <a:srgbClr val="888888"/>
                </a:solidFill>
                <a:latin typeface="Arial"/>
                <a:ea typeface="Arial"/>
                <a:cs typeface="Arial"/>
              </a:defRPr>
            </a:lvl5pPr>
            <a:lvl6pPr marL="0" marR="0" indent="0" algn="r">
              <a:spcBef>
                <a:spcPts val="0"/>
              </a:spcBef>
              <a:buNone/>
              <a:defRPr sz="900" b="0" i="0" u="none" strike="noStrike" cap="none">
                <a:solidFill>
                  <a:srgbClr val="888888"/>
                </a:solidFill>
                <a:latin typeface="Arial"/>
                <a:ea typeface="Arial"/>
                <a:cs typeface="Arial"/>
              </a:defRPr>
            </a:lvl6pPr>
            <a:lvl7pPr marL="0" marR="0" indent="0" algn="r">
              <a:spcBef>
                <a:spcPts val="0"/>
              </a:spcBef>
              <a:buNone/>
              <a:defRPr sz="900" b="0" i="0" u="none" strike="noStrike" cap="none">
                <a:solidFill>
                  <a:srgbClr val="888888"/>
                </a:solidFill>
                <a:latin typeface="Arial"/>
                <a:ea typeface="Arial"/>
                <a:cs typeface="Arial"/>
              </a:defRPr>
            </a:lvl7pPr>
            <a:lvl8pPr marL="0" marR="0" indent="0" algn="r">
              <a:spcBef>
                <a:spcPts val="0"/>
              </a:spcBef>
              <a:buNone/>
              <a:defRPr sz="900" b="0" i="0" u="none" strike="noStrike" cap="none">
                <a:solidFill>
                  <a:srgbClr val="888888"/>
                </a:solidFill>
                <a:latin typeface="Arial"/>
                <a:ea typeface="Arial"/>
                <a:cs typeface="Arial"/>
              </a:defRPr>
            </a:lvl8pPr>
            <a:lvl9pPr marL="0" marR="0" indent="0" algn="r">
              <a:spcBef>
                <a:spcPts val="0"/>
              </a:spcBef>
              <a:buNone/>
              <a:defRPr sz="900" b="0" i="0" u="none" strike="noStrike" cap="none">
                <a:solidFill>
                  <a:srgbClr val="888888"/>
                </a:solidFill>
                <a:latin typeface="Arial"/>
                <a:ea typeface="Arial"/>
                <a:cs typeface="Arial"/>
              </a:defRPr>
            </a:lvl9pPr>
          </a:lstStyle>
          <a:p xmlns:a="http://schemas.openxmlformats.org/drawingml/2006/main">
            <a:pPr marL="0" lvl="0" indent="0" algn="r">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2bd500672924e96"/>
    <p:sldLayoutId xmlns:r="http://schemas.openxmlformats.org/officeDocument/2006/relationships" id="2147483650" r:id="R7062ce49dbd34474"/>
    <p:sldLayoutId xmlns:r="http://schemas.openxmlformats.org/officeDocument/2006/relationships" id="2147483651" r:id="Rd02b7361130c4b24"/>
    <p:sldLayoutId xmlns:r="http://schemas.openxmlformats.org/officeDocument/2006/relationships" id="2147483652" r:id="Re6953144911c4c5f"/>
    <p:sldLayoutId xmlns:r="http://schemas.openxmlformats.org/officeDocument/2006/relationships" id="2147483653" r:id="R6b4ef2b015b34ea0"/>
    <p:sldLayoutId xmlns:r="http://schemas.openxmlformats.org/officeDocument/2006/relationships" id="2147483654" r:id="R135f95d01e784623"/>
    <p:sldLayoutId xmlns:r="http://schemas.openxmlformats.org/officeDocument/2006/relationships" id="2147483655" r:id="R0bce07500198492c"/>
    <p:sldLayoutId xmlns:r="http://schemas.openxmlformats.org/officeDocument/2006/relationships" id="2147483656" r:id="Rfcf35cee1c454acd"/>
    <p:sldLayoutId xmlns:r="http://schemas.openxmlformats.org/officeDocument/2006/relationships" id="2147483657" r:id="R8dd7d3f3132c414a"/>
    <p:sldLayoutId xmlns:r="http://schemas.openxmlformats.org/officeDocument/2006/relationships" id="2147483658" r:id="R1356becf91fa48e4"/>
    <p:sldLayoutId xmlns:r="http://schemas.openxmlformats.org/officeDocument/2006/relationships" id="2147483659" r:id="Rfd033422b2c6496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rgbClr val="FFFFFF">
            <a:alpha val="100000"/>
          </a:srgbClr>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06e348d1e5604861"/>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4a5fe3492a0a4f4e" /><Relationship Type="http://schemas.openxmlformats.org/officeDocument/2006/relationships/image" Target="/ppt/media/image.png" Id="R0fe0679555184bfd" /><Relationship Type="http://schemas.openxmlformats.org/officeDocument/2006/relationships/notesSlide" Target="/ppt/notesSlides/notesSlide1.xml" Id="R67ded05c48d749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f8e564a8615d45f6" /><Relationship Type="http://schemas.openxmlformats.org/officeDocument/2006/relationships/image" Target="/ppt/media/image2.png" Id="Rb5cdddcb8fa44bee" /><Relationship Type="http://schemas.openxmlformats.org/officeDocument/2006/relationships/notesSlide" Target="/ppt/notesSlides/notesSlide2.xml" Id="R6a4050420def41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2.xml" Id="R13477522f1084817" /><Relationship Type="http://schemas.openxmlformats.org/officeDocument/2006/relationships/image" Target="/ppt/media/image3.png" Id="R14db99160fc84b49" /><Relationship Type="http://schemas.openxmlformats.org/officeDocument/2006/relationships/notesSlide" Target="/ppt/notesSlides/notesSlide3.xml" Id="R564c1388c58942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2.xml" Id="R31316b858dde48c1" /><Relationship Type="http://schemas.openxmlformats.org/officeDocument/2006/relationships/image" Target="/ppt/media/image4.png" Id="Ra6d737b9735d40f7" /><Relationship Type="http://schemas.openxmlformats.org/officeDocument/2006/relationships/notesSlide" Target="/ppt/notesSlides/notesSlide4.xml" Id="R8c4d1b7d3d3749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2.xml" Id="R2827a35033754800" /><Relationship Type="http://schemas.openxmlformats.org/officeDocument/2006/relationships/image" Target="/ppt/media/image5.png" Id="Rd19db5091cfe4720" /><Relationship Type="http://schemas.openxmlformats.org/officeDocument/2006/relationships/notesSlide" Target="/ppt/notesSlides/notesSlide5.xml" Id="R0dc790c942b64a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2.xml" Id="Rb7fc1de561304a61" /><Relationship Type="http://schemas.openxmlformats.org/officeDocument/2006/relationships/image" Target="/ppt/media/image6.png" Id="Rf54e0351c9e448cb" /><Relationship Type="http://schemas.openxmlformats.org/officeDocument/2006/relationships/image" Target="/ppt/media/image.jpeg" Id="R9c3c6101cf7a4300" /><Relationship Type="http://schemas.openxmlformats.org/officeDocument/2006/relationships/notesSlide" Target="/ppt/notesSlides/notesSlide6.xml" Id="R5b41cd5ede4547f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2.xml" Id="R4863d97a8b2a4165" /><Relationship Type="http://schemas.openxmlformats.org/officeDocument/2006/relationships/image" Target="/ppt/media/image7.png" Id="R6de8e62643364bf2" /><Relationship Type="http://schemas.openxmlformats.org/officeDocument/2006/relationships/notesSlide" Target="/ppt/notesSlides/notesSlide7.xml" Id="R1a8fad6dcab040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2.xml" Id="Rf4553dfc1c364fbf" /><Relationship Type="http://schemas.openxmlformats.org/officeDocument/2006/relationships/image" Target="/ppt/media/image8.png" Id="R444e9ec86a634d11" /><Relationship Type="http://schemas.openxmlformats.org/officeDocument/2006/relationships/notesSlide" Target="/ppt/notesSlides/notesSlide8.xml" Id="R5ee5d04b3b4141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2.xml" Id="Rd6b73d203ef8484e" /><Relationship Type="http://schemas.openxmlformats.org/officeDocument/2006/relationships/image" Target="/ppt/media/image9.png" Id="Rc6861e6078f94dbf" /><Relationship Type="http://schemas.openxmlformats.org/officeDocument/2006/relationships/notesSlide" Target="/ppt/notesSlides/notesSlide9.xml" Id="Rd990fb9bf4f44b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2.xml" Id="Rad16d983eda246e2" /><Relationship Type="http://schemas.openxmlformats.org/officeDocument/2006/relationships/image" Target="/ppt/media/image10.png" Id="R510270b791c44767" /><Relationship Type="http://schemas.openxmlformats.org/officeDocument/2006/relationships/notesSlide" Target="/ppt/notesSlides/notesSlide10.xml" Id="Ra7b45d30666d40f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2.xml" Id="Rf8befd21c186477b" /><Relationship Type="http://schemas.openxmlformats.org/officeDocument/2006/relationships/image" Target="/ppt/media/image11.png" Id="Recece55489934fc0" /><Relationship Type="http://schemas.openxmlformats.org/officeDocument/2006/relationships/notesSlide" Target="/ppt/notesSlides/notesSlide11.xml" Id="R4cb6257f468947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2.xml" Id="R0e13195dcb5a4985" /><Relationship Type="http://schemas.openxmlformats.org/officeDocument/2006/relationships/image" Target="/ppt/media/image12.png" Id="R5799364410254b2a" /><Relationship Type="http://schemas.openxmlformats.org/officeDocument/2006/relationships/notesSlide" Target="/ppt/notesSlides/notesSlide12.xml" Id="Rcc8dd15199c944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2.xml" Id="R07928bbf55f04d1a" /><Relationship Type="http://schemas.openxmlformats.org/officeDocument/2006/relationships/image" Target="/ppt/media/image13.png" Id="R8cf153fdb47e4ea4" /><Relationship Type="http://schemas.openxmlformats.org/officeDocument/2006/relationships/notesSlide" Target="/ppt/notesSlides/notesSlide13.xml" Id="Rbba9450e94fe47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2.xml" Id="Rd8a00537fead47d7" /><Relationship Type="http://schemas.openxmlformats.org/officeDocument/2006/relationships/image" Target="/ppt/media/image14.png" Id="R8dcd418820004c2e" /><Relationship Type="http://schemas.openxmlformats.org/officeDocument/2006/relationships/notesSlide" Target="/ppt/notesSlides/notesSlide14.xml" Id="R0c79b49682e74a6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2.xml" Id="Rc7496414e31c4bf3" /><Relationship Type="http://schemas.openxmlformats.org/officeDocument/2006/relationships/image" Target="/ppt/media/image15.png" Id="Rf486454d09dc44e7" /><Relationship Type="http://schemas.openxmlformats.org/officeDocument/2006/relationships/notesSlide" Target="/ppt/notesSlides/notesSlide15.xml" Id="Rb13e62c0d2f84a8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2.xml" Id="R38afbed8bdd34764" /><Relationship Type="http://schemas.openxmlformats.org/officeDocument/2006/relationships/image" Target="/ppt/media/image16.png" Id="Rf90b0db5920a4603" /><Relationship Type="http://schemas.openxmlformats.org/officeDocument/2006/relationships/notesSlide" Target="/ppt/notesSlides/notesSlide16.xml" Id="R851e1d6e901d41f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2.xml" Id="R643e4ec75cb64c42" /><Relationship Type="http://schemas.openxmlformats.org/officeDocument/2006/relationships/image" Target="/ppt/media/image17.png" Id="Ra7d6f883d4ad47f0" /><Relationship Type="http://schemas.openxmlformats.org/officeDocument/2006/relationships/notesSlide" Target="/ppt/notesSlides/notesSlide17.xml" Id="Rd85e742e83f1480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2.xml" Id="Rcf9b80d8cb6b4db0" /><Relationship Type="http://schemas.openxmlformats.org/officeDocument/2006/relationships/image" Target="/ppt/media/image18.png" Id="R7785a2d2bca64f40" /><Relationship Type="http://schemas.openxmlformats.org/officeDocument/2006/relationships/notesSlide" Target="/ppt/notesSlides/notesSlide18.xml" Id="R4fa0cab4ca814e0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2.xml" Id="R829583cdb5da45c6" /><Relationship Type="http://schemas.openxmlformats.org/officeDocument/2006/relationships/image" Target="/ppt/media/image19.png" Id="R1920d16c118b4068" /><Relationship Type="http://schemas.openxmlformats.org/officeDocument/2006/relationships/notesSlide" Target="/ppt/notesSlides/notesSlide19.xml" Id="Rf4931eb15d5842e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2.xml" Id="Rd0d61abd96a749f1" /><Relationship Type="http://schemas.openxmlformats.org/officeDocument/2006/relationships/image" Target="/ppt/media/image20.png" Id="Raa1e13a12c7946b7" /><Relationship Type="http://schemas.openxmlformats.org/officeDocument/2006/relationships/notesSlide" Target="/ppt/notesSlides/notesSlide20.xml" Id="R5cc4b1590b9d4d0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2.xml" Id="R5e6f1f2998544b36" /><Relationship Type="http://schemas.openxmlformats.org/officeDocument/2006/relationships/image" Target="/ppt/media/image21.png" Id="Rf7ad930d3d8347a1" /><Relationship Type="http://schemas.openxmlformats.org/officeDocument/2006/relationships/notesSlide" Target="/ppt/notesSlides/notesSlide21.xml" Id="Radb4d66f42524bb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2.xml" Id="R25c1dda5df994ed7" /><Relationship Type="http://schemas.openxmlformats.org/officeDocument/2006/relationships/image" Target="/ppt/media/image22.png" Id="Rd4554af3f05b4e7f" /><Relationship Type="http://schemas.openxmlformats.org/officeDocument/2006/relationships/notesSlide" Target="/ppt/notesSlides/notesSlide22.xml" Id="R1c584eb5971546e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FA9DF1E-63C9-4CF9-A764-29B17760475C}"/>
              </a:ext>
            </a:extLst>
          </p:cNvPr>
          <p:cNvPicPr>
            <a:picLocks xmlns:a="http://schemas.openxmlformats.org/drawingml/2006/main" noChangeAspect="1"/>
          </p:cNvPicPr>
          <p:nvPr/>
        </p:nvPicPr>
        <p:blipFill>
          <a:blip xmlns:r="http://schemas.openxmlformats.org/officeDocument/2006/relationships" xmlns:a="http://schemas.openxmlformats.org/drawingml/2006/main" r:embed="R0fe0679555184bfd"/>
          <a:stretch xmlns:a="http://schemas.openxmlformats.org/drawingml/2006/main"/>
        </p:blipFill>
        <p:spPr>
          <a:xfrm xmlns:a="http://schemas.openxmlformats.org/drawingml/2006/main">
            <a:off x="609600" y="497618"/>
            <a:ext cx="1657350" cy="1109789"/>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2035006D-8D3C-4DE5-95BA-3865A6BA8878}"/>
              </a:ext>
            </a:extLst>
          </p:cNvPr>
          <p:cNvSpPr>
            <a:spLocks xmlns:a="http://schemas.openxmlformats.org/drawingml/2006/main" noGrp="1"/>
          </p:cNvSpPr>
          <p:nvPr/>
        </p:nvSpPr>
        <p:spPr>
          <a:xfrm xmlns:a="http://schemas.openxmlformats.org/drawingml/2006/main">
            <a:off x="2476500" y="7239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AA0000"/>
                </a:solidFill>
                <a:latin typeface="Microsoft YaHei"/>
                <a:ea typeface="Microsoft YaHei"/>
                <a:cs typeface="Microsoft YaHei"/>
              </a:defRPr>
            </a:defPPr>
          </a:lstStyle>
          <a:p xmlns:a="http://schemas.openxmlformats.org/drawingml/2006/main">
            <a:pPr algn="l">
              <a:defRPr sz="2700" b="1">
                <a:solidFill>
                  <a:srgbClr val="AA0000"/>
                </a:solidFill>
                <a:latin typeface="Microsoft YaHei"/>
                <a:ea typeface="Microsoft YaHei"/>
                <a:cs typeface="Microsoft YaHei"/>
              </a:defRPr>
            </a:pPr>
            <a:r>
              <a:rPr sz="2700" b="1">
                <a:solidFill>
                  <a:srgbClr val="AA0000"/>
                </a:solidFill>
                <a:latin typeface="Microsoft YaHei"/>
                <a:ea typeface="Microsoft YaHei"/>
                <a:cs typeface="Microsoft YaHei"/>
              </a:rPr>
              <a:t>河南师范大学</a:t>
            </a:r>
          </a:p>
        </p:txBody>
      </p:sp>
      <p:sp>
        <p:nvSpPr>
          <p:cNvPr id="3" name="text-1">
            <a:extLst xmlns:a="http://schemas.openxmlformats.org/drawingml/2006/main">
              <a:ext uri="{FF2B5EF4-FFF2-40B4-BE49-F238E27FC236}">
                <a16:creationId xmlns:a16="http://schemas.microsoft.com/office/drawing/2014/main" id="{E7D3E8E6-6298-4FB3-8696-78A68C2B8E34}"/>
              </a:ext>
            </a:extLst>
          </p:cNvPr>
          <p:cNvSpPr>
            <a:spLocks xmlns:a="http://schemas.openxmlformats.org/drawingml/2006/main" noGrp="1"/>
          </p:cNvSpPr>
          <p:nvPr/>
        </p:nvSpPr>
        <p:spPr>
          <a:xfrm xmlns:a="http://schemas.openxmlformats.org/drawingml/2006/main">
            <a:off x="2476500" y="1266825"/>
            <a:ext cx="781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6174"/>
                </a:solidFill>
                <a:latin typeface="Microsoft YaHei"/>
                <a:ea typeface="Microsoft YaHei"/>
                <a:cs typeface="Microsoft YaHei"/>
              </a:defRPr>
            </a:defPPr>
          </a:lstStyle>
          <a:p xmlns:a="http://schemas.openxmlformats.org/drawingml/2006/main">
            <a:pPr algn="l">
              <a:defRPr sz="1575" b="0">
                <a:solidFill>
                  <a:srgbClr val="556174"/>
                </a:solidFill>
                <a:latin typeface="Microsoft YaHei"/>
                <a:ea typeface="Microsoft YaHei"/>
                <a:cs typeface="Microsoft YaHei"/>
              </a:defRPr>
            </a:pPr>
            <a:r>
              <a:rPr sz="1575" b="0">
                <a:solidFill>
                  <a:srgbClr val="556174"/>
                </a:solidFill>
                <a:latin typeface="Microsoft YaHei"/>
                <a:ea typeface="Microsoft YaHei"/>
                <a:cs typeface="Microsoft YaHei"/>
              </a:rPr>
              <a:t>HENAN NORMAL UNIVERSITY</a:t>
            </a:r>
          </a:p>
        </p:txBody>
      </p:sp>
      <p:sp>
        <p:nvSpPr>
          <p:cNvPr id="4" name="text-2">
            <a:extLst xmlns:a="http://schemas.openxmlformats.org/drawingml/2006/main">
              <a:ext uri="{FF2B5EF4-FFF2-40B4-BE49-F238E27FC236}">
                <a16:creationId xmlns:a16="http://schemas.microsoft.com/office/drawing/2014/main" id="{EC3BFCDA-20CE-4823-A7A0-093D832289F7}"/>
              </a:ext>
            </a:extLst>
          </p:cNvPr>
          <p:cNvSpPr>
            <a:spLocks xmlns:a="http://schemas.openxmlformats.org/drawingml/2006/main" noGrp="1"/>
          </p:cNvSpPr>
          <p:nvPr/>
        </p:nvSpPr>
        <p:spPr>
          <a:xfrm xmlns:a="http://schemas.openxmlformats.org/drawingml/2006/main">
            <a:off x="685800" y="22288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A0000"/>
                </a:solidFill>
                <a:latin typeface="Microsoft YaHei"/>
                <a:ea typeface="Microsoft YaHei"/>
                <a:cs typeface="Microsoft YaHei"/>
              </a:defRPr>
            </a:defPPr>
          </a:lstStyle>
          <a:p xmlns:a="http://schemas.openxmlformats.org/drawingml/2006/main">
            <a:pPr algn="l">
              <a:defRPr sz="1875" b="0">
                <a:solidFill>
                  <a:srgbClr val="AA0000"/>
                </a:solidFill>
                <a:latin typeface="Microsoft YaHei"/>
                <a:ea typeface="Microsoft YaHei"/>
                <a:cs typeface="Microsoft YaHei"/>
              </a:defRPr>
            </a:pPr>
            <a:r>
              <a:rPr sz="1875" b="0">
                <a:solidFill>
                  <a:srgbClr val="AA0000"/>
                </a:solidFill>
                <a:latin typeface="Microsoft YaHei"/>
                <a:ea typeface="Microsoft YaHei"/>
                <a:cs typeface="Microsoft YaHei"/>
              </a:rPr>
              <a:t>研究生课程交流  /  工程伦理 第5章</a:t>
            </a:r>
          </a:p>
        </p:txBody>
      </p:sp>
      <p:sp>
        <p:nvSpPr>
          <p:cNvPr id="5" name="slide-title">
            <a:extLst xmlns:a="http://schemas.openxmlformats.org/drawingml/2006/main">
              <a:ext uri="{FF2B5EF4-FFF2-40B4-BE49-F238E27FC236}">
                <a16:creationId xmlns:a16="http://schemas.microsoft.com/office/drawing/2014/main" id="{9EC586E6-107E-4D8E-A669-9E93D1E56B20}"/>
              </a:ext>
            </a:extLst>
          </p:cNvPr>
          <p:cNvSpPr>
            <a:spLocks xmlns:a="http://schemas.openxmlformats.org/drawingml/2006/main" noGrp="1"/>
          </p:cNvSpPr>
          <p:nvPr/>
        </p:nvSpPr>
        <p:spPr>
          <a:xfrm xmlns:a="http://schemas.openxmlformats.org/drawingml/2006/main">
            <a:off x="685800" y="2876550"/>
            <a:ext cx="108013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7243B"/>
                </a:solidFill>
                <a:latin typeface="Microsoft YaHei"/>
                <a:ea typeface="Microsoft YaHei"/>
                <a:cs typeface="Microsoft YaHei"/>
              </a:defRPr>
            </a:defPPr>
          </a:lstStyle>
          <a:p xmlns:a="http://schemas.openxmlformats.org/drawingml/2006/main">
            <a:pPr algn="l">
              <a:defRPr sz="4650" b="1">
                <a:solidFill>
                  <a:srgbClr val="17243B"/>
                </a:solidFill>
                <a:latin typeface="Microsoft YaHei"/>
                <a:ea typeface="Microsoft YaHei"/>
                <a:cs typeface="Microsoft YaHei"/>
              </a:defRPr>
            </a:pPr>
            <a:r>
              <a:rPr sz="4650" b="1">
                <a:solidFill>
                  <a:srgbClr val="17243B"/>
                </a:solidFill>
                <a:latin typeface="Microsoft YaHei"/>
                <a:ea typeface="Microsoft YaHei"/>
                <a:cs typeface="Microsoft YaHei"/>
              </a:rPr>
              <a:t>工程师的职业伦理</a:t>
            </a:r>
          </a:p>
        </p:txBody>
      </p:sp>
      <p:sp>
        <p:nvSpPr>
          <p:cNvPr id="6" name="text-4">
            <a:extLst xmlns:a="http://schemas.openxmlformats.org/drawingml/2006/main">
              <a:ext uri="{FF2B5EF4-FFF2-40B4-BE49-F238E27FC236}">
                <a16:creationId xmlns:a16="http://schemas.microsoft.com/office/drawing/2014/main" id="{EF897C83-F945-4E02-AB4C-BE574CC27A4C}"/>
              </a:ext>
            </a:extLst>
          </p:cNvPr>
          <p:cNvSpPr>
            <a:spLocks xmlns:a="http://schemas.openxmlformats.org/drawingml/2006/main" noGrp="1"/>
          </p:cNvSpPr>
          <p:nvPr/>
        </p:nvSpPr>
        <p:spPr>
          <a:xfrm xmlns:a="http://schemas.openxmlformats.org/drawingml/2006/main">
            <a:off x="685800" y="40576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556174"/>
                </a:solidFill>
                <a:latin typeface="Microsoft YaHei"/>
                <a:ea typeface="Microsoft YaHei"/>
                <a:cs typeface="Microsoft YaHei"/>
              </a:defRPr>
            </a:defPPr>
          </a:lstStyle>
          <a:p xmlns:a="http://schemas.openxmlformats.org/drawingml/2006/main">
            <a:pPr algn="l">
              <a:defRPr sz="2475" b="0">
                <a:solidFill>
                  <a:srgbClr val="556174"/>
                </a:solidFill>
                <a:latin typeface="Microsoft YaHei"/>
                <a:ea typeface="Microsoft YaHei"/>
                <a:cs typeface="Microsoft YaHei"/>
              </a:defRPr>
            </a:pPr>
            <a:r>
              <a:rPr sz="2475" b="0">
                <a:solidFill>
                  <a:srgbClr val="556174"/>
                </a:solidFill>
                <a:latin typeface="Microsoft YaHei"/>
                <a:ea typeface="Microsoft YaHei"/>
                <a:cs typeface="Microsoft YaHei"/>
              </a:rPr>
              <a:t>第一讲  工程职业与公众安全</a:t>
            </a:r>
          </a:p>
        </p:txBody>
      </p:sp>
      <p:sp>
        <p:nvSpPr>
          <p:cNvPr id="7" name="text-5">
            <a:extLst xmlns:a="http://schemas.openxmlformats.org/drawingml/2006/main">
              <a:ext uri="{FF2B5EF4-FFF2-40B4-BE49-F238E27FC236}">
                <a16:creationId xmlns:a16="http://schemas.microsoft.com/office/drawing/2014/main" id="{04188D86-8AF8-4CAA-BDB0-68089ED38A04}"/>
              </a:ext>
            </a:extLst>
          </p:cNvPr>
          <p:cNvSpPr>
            <a:spLocks xmlns:a="http://schemas.openxmlformats.org/drawingml/2006/main" noGrp="1"/>
          </p:cNvSpPr>
          <p:nvPr/>
        </p:nvSpPr>
        <p:spPr>
          <a:xfrm xmlns:a="http://schemas.openxmlformats.org/drawingml/2006/main">
            <a:off x="685800" y="56007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43B"/>
                </a:solidFill>
                <a:latin typeface="Microsoft YaHei"/>
                <a:ea typeface="Microsoft YaHei"/>
                <a:cs typeface="Microsoft YaHei"/>
              </a:defRPr>
            </a:defPPr>
          </a:lstStyle>
          <a:p xmlns:a="http://schemas.openxmlformats.org/drawingml/2006/main">
            <a:pPr algn="l">
              <a:defRPr sz="1800" b="0">
                <a:solidFill>
                  <a:srgbClr val="17243B"/>
                </a:solidFill>
                <a:latin typeface="Microsoft YaHei"/>
                <a:ea typeface="Microsoft YaHei"/>
                <a:cs typeface="Microsoft YaHei"/>
              </a:defRPr>
            </a:pPr>
            <a:r>
              <a:rPr sz="1800" b="0">
                <a:solidFill>
                  <a:srgbClr val="17243B"/>
                </a:solidFill>
                <a:latin typeface="Microsoft YaHei"/>
                <a:ea typeface="Microsoft YaHei"/>
                <a:cs typeface="Microsoft YaHei"/>
              </a:rPr>
              <a:t>课前预习：5.1—5.2、5.3.1  /  课堂45分钟</a:t>
            </a:r>
          </a:p>
        </p:txBody>
      </p:sp>
      <p:sp>
        <p:nvSpPr>
          <p:cNvPr id="8" name="text-6">
            <a:extLst xmlns:a="http://schemas.openxmlformats.org/drawingml/2006/main">
              <a:ext uri="{FF2B5EF4-FFF2-40B4-BE49-F238E27FC236}">
                <a16:creationId xmlns:a16="http://schemas.microsoft.com/office/drawing/2014/main" id="{B0350DF0-F77C-4054-B3C2-D4D64CA52693}"/>
              </a:ext>
            </a:extLst>
          </p:cNvPr>
          <p:cNvSpPr>
            <a:spLocks xmlns:a="http://schemas.openxmlformats.org/drawingml/2006/main" noGrp="1"/>
          </p:cNvSpPr>
          <p:nvPr/>
        </p:nvSpPr>
        <p:spPr>
          <a:xfrm xmlns:a="http://schemas.openxmlformats.org/drawingml/2006/main">
            <a:off x="6858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9" name="text-7">
            <a:extLst xmlns:a="http://schemas.openxmlformats.org/drawingml/2006/main">
              <a:ext uri="{FF2B5EF4-FFF2-40B4-BE49-F238E27FC236}">
                <a16:creationId xmlns:a16="http://schemas.microsoft.com/office/drawing/2014/main" id="{151CC6DC-CFBE-4AC5-BDB6-AB85D6567869}"/>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01 / 22</a:t>
            </a:r>
          </a:p>
        </p:txBody>
      </p:sp>
    </p:spTree>
    <p:extLst>
      <p:ext uri="{BB962C8B-B14F-4D97-AF65-F5344CB8AC3E}">
        <p14:creationId xmlns:p14="http://schemas.microsoft.com/office/powerpoint/2010/main" val="14995492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09B81D68-A9DF-493E-8184-5C589B0067D6}"/>
              </a:ext>
            </a:extLst>
          </p:cNvPr>
          <p:cNvPicPr>
            <a:picLocks xmlns:a="http://schemas.openxmlformats.org/drawingml/2006/main" noChangeAspect="1"/>
          </p:cNvPicPr>
          <p:nvPr/>
        </p:nvPicPr>
        <p:blipFill>
          <a:blip xmlns:r="http://schemas.openxmlformats.org/officeDocument/2006/relationships" xmlns:a="http://schemas.openxmlformats.org/drawingml/2006/main" r:embed="Rb5cdddcb8fa44bee"/>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F473A8AB-49C4-4A94-8B1B-B448A7067079}"/>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C90914C8-11AF-4459-8444-119D4C49529E}"/>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第一讲</a:t>
            </a:r>
          </a:p>
        </p:txBody>
      </p:sp>
      <p:sp>
        <p:nvSpPr>
          <p:cNvPr id="4" name="slide-title">
            <a:extLst xmlns:a="http://schemas.openxmlformats.org/drawingml/2006/main">
              <a:ext uri="{FF2B5EF4-FFF2-40B4-BE49-F238E27FC236}">
                <a16:creationId xmlns:a16="http://schemas.microsoft.com/office/drawing/2014/main" id="{D0CC7B9D-9978-4C2A-8DE4-23033F60D107}"/>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预习检查与学习目标</a:t>
            </a:r>
          </a:p>
        </p:txBody>
      </p:sp>
      <p:sp>
        <p:nvSpPr>
          <p:cNvPr id="5" name="footer">
            <a:extLst xmlns:a="http://schemas.openxmlformats.org/drawingml/2006/main">
              <a:ext uri="{FF2B5EF4-FFF2-40B4-BE49-F238E27FC236}">
                <a16:creationId xmlns:a16="http://schemas.microsoft.com/office/drawing/2014/main" id="{F7158CCD-73CC-4C4A-B0DF-1367F92A23DB}"/>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977C13D0-53D9-4E5F-A731-A86B89AA2EBA}"/>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02 / 22</a:t>
            </a:r>
          </a:p>
        </p:txBody>
      </p:sp>
      <p:sp>
        <p:nvSpPr>
          <p:cNvPr id="7" name="text-5">
            <a:extLst xmlns:a="http://schemas.openxmlformats.org/drawingml/2006/main">
              <a:ext uri="{FF2B5EF4-FFF2-40B4-BE49-F238E27FC236}">
                <a16:creationId xmlns:a16="http://schemas.microsoft.com/office/drawing/2014/main" id="{08B62FC9-AC22-4D91-ADD5-283D6A02EF32}"/>
              </a:ext>
            </a:extLst>
          </p:cNvPr>
          <p:cNvSpPr>
            <a:spLocks xmlns:a="http://schemas.openxmlformats.org/drawingml/2006/main" noGrp="1"/>
          </p:cNvSpPr>
          <p:nvPr/>
        </p:nvSpPr>
        <p:spPr>
          <a:xfrm xmlns:a="http://schemas.openxmlformats.org/drawingml/2006/main">
            <a:off x="609600" y="215265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课前准备</a:t>
            </a:r>
          </a:p>
        </p:txBody>
      </p:sp>
      <p:sp>
        <p:nvSpPr>
          <p:cNvPr id="8" name="text-6">
            <a:extLst xmlns:a="http://schemas.openxmlformats.org/drawingml/2006/main">
              <a:ext uri="{FF2B5EF4-FFF2-40B4-BE49-F238E27FC236}">
                <a16:creationId xmlns:a16="http://schemas.microsoft.com/office/drawing/2014/main" id="{C43BA4BD-0690-45CC-8CD2-C7B38FBF3D59}"/>
              </a:ext>
            </a:extLst>
          </p:cNvPr>
          <p:cNvSpPr>
            <a:spLocks xmlns:a="http://schemas.openxmlformats.org/drawingml/2006/main" noGrp="1"/>
          </p:cNvSpPr>
          <p:nvPr/>
        </p:nvSpPr>
        <p:spPr>
          <a:xfrm xmlns:a="http://schemas.openxmlformats.org/drawingml/2006/main">
            <a:off x="6400800" y="215265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本讲学习任务</a:t>
            </a:r>
          </a:p>
        </p:txBody>
      </p:sp>
      <p:sp>
        <p:nvSpPr>
          <p:cNvPr id="9" name="text-7">
            <a:extLst xmlns:a="http://schemas.openxmlformats.org/drawingml/2006/main">
              <a:ext uri="{FF2B5EF4-FFF2-40B4-BE49-F238E27FC236}">
                <a16:creationId xmlns:a16="http://schemas.microsoft.com/office/drawing/2014/main" id="{95D2C1CA-C543-4EC0-8344-70B82281ED63}"/>
              </a:ext>
            </a:extLst>
          </p:cNvPr>
          <p:cNvSpPr>
            <a:spLocks xmlns:a="http://schemas.openxmlformats.org/drawingml/2006/main" noGrp="1"/>
          </p:cNvSpPr>
          <p:nvPr/>
        </p:nvSpPr>
        <p:spPr>
          <a:xfrm xmlns:a="http://schemas.openxmlformats.org/drawingml/2006/main">
            <a:off x="609600" y="27813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5.1 工程职业与职业制度</a:t>
            </a:r>
          </a:p>
        </p:txBody>
      </p:sp>
      <p:sp>
        <p:nvSpPr>
          <p:cNvPr id="10" name="text-8">
            <a:extLst xmlns:a="http://schemas.openxmlformats.org/drawingml/2006/main">
              <a:ext uri="{FF2B5EF4-FFF2-40B4-BE49-F238E27FC236}">
                <a16:creationId xmlns:a16="http://schemas.microsoft.com/office/drawing/2014/main" id="{8A77E0F9-D60B-4391-89CF-13E924A1F7DD}"/>
              </a:ext>
            </a:extLst>
          </p:cNvPr>
          <p:cNvSpPr>
            <a:spLocks xmlns:a="http://schemas.openxmlformats.org/drawingml/2006/main" noGrp="1"/>
          </p:cNvSpPr>
          <p:nvPr/>
        </p:nvSpPr>
        <p:spPr>
          <a:xfrm xmlns:a="http://schemas.openxmlformats.org/drawingml/2006/main">
            <a:off x="609600" y="34290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5.2 工程伦理与伦理章程</a:t>
            </a:r>
          </a:p>
        </p:txBody>
      </p:sp>
      <p:sp>
        <p:nvSpPr>
          <p:cNvPr id="11" name="text-9">
            <a:extLst xmlns:a="http://schemas.openxmlformats.org/drawingml/2006/main">
              <a:ext uri="{FF2B5EF4-FFF2-40B4-BE49-F238E27FC236}">
                <a16:creationId xmlns:a16="http://schemas.microsoft.com/office/drawing/2014/main" id="{1C0FC0F0-E5CF-445F-8A85-E140334A137A}"/>
              </a:ext>
            </a:extLst>
          </p:cNvPr>
          <p:cNvSpPr>
            <a:spLocks xmlns:a="http://schemas.openxmlformats.org/drawingml/2006/main" noGrp="1"/>
          </p:cNvSpPr>
          <p:nvPr/>
        </p:nvSpPr>
        <p:spPr>
          <a:xfrm xmlns:a="http://schemas.openxmlformats.org/drawingml/2006/main">
            <a:off x="609600" y="40767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5.3.1 首要责任原则</a:t>
            </a:r>
          </a:p>
        </p:txBody>
      </p:sp>
      <p:sp>
        <p:nvSpPr>
          <p:cNvPr id="12" name="text-10">
            <a:extLst xmlns:a="http://schemas.openxmlformats.org/drawingml/2006/main">
              <a:ext uri="{FF2B5EF4-FFF2-40B4-BE49-F238E27FC236}">
                <a16:creationId xmlns:a16="http://schemas.microsoft.com/office/drawing/2014/main" id="{6DA746B6-4EE8-45AF-A7D9-0B92FC562A84}"/>
              </a:ext>
            </a:extLst>
          </p:cNvPr>
          <p:cNvSpPr>
            <a:spLocks xmlns:a="http://schemas.openxmlformats.org/drawingml/2006/main" noGrp="1"/>
          </p:cNvSpPr>
          <p:nvPr/>
        </p:nvSpPr>
        <p:spPr>
          <a:xfrm xmlns:a="http://schemas.openxmlformats.org/drawingml/2006/main">
            <a:off x="609600" y="47244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阅读三聚氰胺事件引导案例</a:t>
            </a:r>
          </a:p>
        </p:txBody>
      </p:sp>
      <p:sp>
        <p:nvSpPr>
          <p:cNvPr id="13" name="text-11">
            <a:extLst xmlns:a="http://schemas.openxmlformats.org/drawingml/2006/main">
              <a:ext uri="{FF2B5EF4-FFF2-40B4-BE49-F238E27FC236}">
                <a16:creationId xmlns:a16="http://schemas.microsoft.com/office/drawing/2014/main" id="{5D02CD1A-3C7B-4287-8AC1-BCCCF6B7BC76}"/>
              </a:ext>
            </a:extLst>
          </p:cNvPr>
          <p:cNvSpPr>
            <a:spLocks xmlns:a="http://schemas.openxmlformats.org/drawingml/2006/main" noGrp="1"/>
          </p:cNvSpPr>
          <p:nvPr/>
        </p:nvSpPr>
        <p:spPr>
          <a:xfrm xmlns:a="http://schemas.openxmlformats.org/drawingml/2006/main">
            <a:off x="6400800" y="27813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解释工程职业的公共责任</a:t>
            </a:r>
          </a:p>
        </p:txBody>
      </p:sp>
      <p:sp>
        <p:nvSpPr>
          <p:cNvPr id="14" name="text-12">
            <a:extLst xmlns:a="http://schemas.openxmlformats.org/drawingml/2006/main">
              <a:ext uri="{FF2B5EF4-FFF2-40B4-BE49-F238E27FC236}">
                <a16:creationId xmlns:a16="http://schemas.microsoft.com/office/drawing/2014/main" id="{BB2CC869-58C0-4EA5-92A2-289FBD322FB4}"/>
              </a:ext>
            </a:extLst>
          </p:cNvPr>
          <p:cNvSpPr>
            <a:spLocks xmlns:a="http://schemas.openxmlformats.org/drawingml/2006/main" noGrp="1"/>
          </p:cNvSpPr>
          <p:nvPr/>
        </p:nvSpPr>
        <p:spPr>
          <a:xfrm xmlns:a="http://schemas.openxmlformats.org/drawingml/2006/main">
            <a:off x="6400800" y="34290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识别事故中的技术与组织失效</a:t>
            </a:r>
          </a:p>
        </p:txBody>
      </p:sp>
      <p:sp>
        <p:nvSpPr>
          <p:cNvPr id="15" name="text-13">
            <a:extLst xmlns:a="http://schemas.openxmlformats.org/drawingml/2006/main">
              <a:ext uri="{FF2B5EF4-FFF2-40B4-BE49-F238E27FC236}">
                <a16:creationId xmlns:a16="http://schemas.microsoft.com/office/drawing/2014/main" id="{6D3BA41D-017D-4E25-8F3B-526CF02ED934}"/>
              </a:ext>
            </a:extLst>
          </p:cNvPr>
          <p:cNvSpPr>
            <a:spLocks xmlns:a="http://schemas.openxmlformats.org/drawingml/2006/main" noGrp="1"/>
          </p:cNvSpPr>
          <p:nvPr/>
        </p:nvSpPr>
        <p:spPr>
          <a:xfrm xmlns:a="http://schemas.openxmlformats.org/drawingml/2006/main">
            <a:off x="6400800" y="40767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用证据分析不同主体的职责</a:t>
            </a:r>
          </a:p>
        </p:txBody>
      </p:sp>
      <p:sp>
        <p:nvSpPr>
          <p:cNvPr id="16" name="text-14">
            <a:extLst xmlns:a="http://schemas.openxmlformats.org/drawingml/2006/main">
              <a:ext uri="{FF2B5EF4-FFF2-40B4-BE49-F238E27FC236}">
                <a16:creationId xmlns:a16="http://schemas.microsoft.com/office/drawing/2014/main" id="{284C5F31-2B11-4F32-85D0-D4EA04AAA5F5}"/>
              </a:ext>
            </a:extLst>
          </p:cNvPr>
          <p:cNvSpPr>
            <a:spLocks xmlns:a="http://schemas.openxmlformats.org/drawingml/2006/main" noGrp="1"/>
          </p:cNvSpPr>
          <p:nvPr/>
        </p:nvSpPr>
        <p:spPr>
          <a:xfrm xmlns:a="http://schemas.openxmlformats.org/drawingml/2006/main">
            <a:off x="6400800" y="47244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形成可以执行的风险处置方案</a:t>
            </a:r>
          </a:p>
        </p:txBody>
      </p:sp>
      <p:sp>
        <p:nvSpPr>
          <p:cNvPr id="17" name="takeaway">
            <a:extLst xmlns:a="http://schemas.openxmlformats.org/drawingml/2006/main">
              <a:ext uri="{FF2B5EF4-FFF2-40B4-BE49-F238E27FC236}">
                <a16:creationId xmlns:a16="http://schemas.microsoft.com/office/drawing/2014/main" id="{80EE4273-C722-4B25-90C1-E35ECE9B95CB}"/>
              </a:ext>
            </a:extLst>
          </p:cNvPr>
          <p:cNvSpPr>
            <a:spLocks xmlns:a="http://schemas.openxmlformats.org/drawingml/2006/main" noGrp="1"/>
          </p:cNvSpPr>
          <p:nvPr/>
        </p:nvSpPr>
        <p:spPr>
          <a:xfrm xmlns:a="http://schemas.openxmlformats.org/drawingml/2006/main">
            <a:off x="609600" y="57150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预习检查：工程师的专业判断为什么不能完全服从雇主？</a:t>
            </a:r>
          </a:p>
        </p:txBody>
      </p:sp>
    </p:spTree>
    <p:extLst>
      <p:ext uri="{BB962C8B-B14F-4D97-AF65-F5344CB8AC3E}">
        <p14:creationId xmlns:p14="http://schemas.microsoft.com/office/powerpoint/2010/main" val="19575899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1D3207E-4FFB-4217-8041-96B4ED4A095C}"/>
              </a:ext>
            </a:extLst>
          </p:cNvPr>
          <p:cNvPicPr>
            <a:picLocks xmlns:a="http://schemas.openxmlformats.org/drawingml/2006/main" noChangeAspect="1"/>
          </p:cNvPicPr>
          <p:nvPr/>
        </p:nvPicPr>
        <p:blipFill>
          <a:blip xmlns:r="http://schemas.openxmlformats.org/officeDocument/2006/relationships" xmlns:a="http://schemas.openxmlformats.org/drawingml/2006/main" r:embed="R14db99160fc84b49"/>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9554CFCD-42AE-4950-B7AD-D0076C90A343}"/>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A12083B4-BC99-4827-A3C1-5FACB647C60A}"/>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第一讲</a:t>
            </a:r>
          </a:p>
        </p:txBody>
      </p:sp>
      <p:sp>
        <p:nvSpPr>
          <p:cNvPr id="4" name="slide-title">
            <a:extLst xmlns:a="http://schemas.openxmlformats.org/drawingml/2006/main">
              <a:ext uri="{FF2B5EF4-FFF2-40B4-BE49-F238E27FC236}">
                <a16:creationId xmlns:a16="http://schemas.microsoft.com/office/drawing/2014/main" id="{F23EB8EA-D017-4994-9B0D-E9E71849AD63}"/>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工程事故为何反复发生</a:t>
            </a:r>
          </a:p>
        </p:txBody>
      </p:sp>
      <p:sp>
        <p:nvSpPr>
          <p:cNvPr id="5" name="footer">
            <a:extLst xmlns:a="http://schemas.openxmlformats.org/drawingml/2006/main">
              <a:ext uri="{FF2B5EF4-FFF2-40B4-BE49-F238E27FC236}">
                <a16:creationId xmlns:a16="http://schemas.microsoft.com/office/drawing/2014/main" id="{03D718E6-11CB-4874-9158-C3FA79B9F100}"/>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3D285E23-343F-40D7-B1EF-09AF3004A52B}"/>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03 / 22</a:t>
            </a:r>
          </a:p>
        </p:txBody>
      </p:sp>
      <p:sp>
        <p:nvSpPr>
          <p:cNvPr id="7" name="text-5">
            <a:extLst xmlns:a="http://schemas.openxmlformats.org/drawingml/2006/main">
              <a:ext uri="{FF2B5EF4-FFF2-40B4-BE49-F238E27FC236}">
                <a16:creationId xmlns:a16="http://schemas.microsoft.com/office/drawing/2014/main" id="{F6DB22CD-3E9E-4A57-BCE4-9C5793B7C5E9}"/>
              </a:ext>
            </a:extLst>
          </p:cNvPr>
          <p:cNvSpPr>
            <a:spLocks xmlns:a="http://schemas.openxmlformats.org/drawingml/2006/main" noGrp="1"/>
          </p:cNvSpPr>
          <p:nvPr/>
        </p:nvSpPr>
        <p:spPr>
          <a:xfrm xmlns:a="http://schemas.openxmlformats.org/drawingml/2006/main">
            <a:off x="609600" y="22669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AA0000"/>
                </a:solidFill>
                <a:latin typeface="Microsoft YaHei"/>
                <a:ea typeface="Microsoft YaHei"/>
                <a:cs typeface="Microsoft YaHei"/>
              </a:defRPr>
            </a:defPPr>
          </a:lstStyle>
          <a:p xmlns:a="http://schemas.openxmlformats.org/drawingml/2006/main">
            <a:pPr algn="l">
              <a:defRPr sz="2400" b="1">
                <a:solidFill>
                  <a:srgbClr val="AA0000"/>
                </a:solidFill>
                <a:latin typeface="Microsoft YaHei"/>
                <a:ea typeface="Microsoft YaHei"/>
                <a:cs typeface="Microsoft YaHei"/>
              </a:defRPr>
            </a:pPr>
            <a:r>
              <a:rPr sz="2400" b="1">
                <a:solidFill>
                  <a:srgbClr val="AA0000"/>
                </a:solidFill>
                <a:latin typeface="Microsoft YaHei"/>
                <a:ea typeface="Microsoft YaHei"/>
                <a:cs typeface="Microsoft YaHei"/>
              </a:rPr>
              <a:t>从三聚氰胺事件到尖扎大桥事故</a:t>
            </a:r>
          </a:p>
        </p:txBody>
      </p:sp>
      <p:sp>
        <p:nvSpPr>
          <p:cNvPr id="8" name="text-6">
            <a:extLst xmlns:a="http://schemas.openxmlformats.org/drawingml/2006/main">
              <a:ext uri="{FF2B5EF4-FFF2-40B4-BE49-F238E27FC236}">
                <a16:creationId xmlns:a16="http://schemas.microsoft.com/office/drawing/2014/main" id="{81DCA1A3-FF14-4E28-9229-82E57FD0482A}"/>
              </a:ext>
            </a:extLst>
          </p:cNvPr>
          <p:cNvSpPr>
            <a:spLocks xmlns:a="http://schemas.openxmlformats.org/drawingml/2006/main" noGrp="1"/>
          </p:cNvSpPr>
          <p:nvPr/>
        </p:nvSpPr>
        <p:spPr>
          <a:xfrm xmlns:a="http://schemas.openxmlformats.org/drawingml/2006/main">
            <a:off x="609600" y="323850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AA0000"/>
                </a:solidFill>
                <a:latin typeface="Microsoft YaHei"/>
                <a:ea typeface="Microsoft YaHei"/>
                <a:cs typeface="Microsoft YaHei"/>
              </a:defRPr>
            </a:defPPr>
          </a:lstStyle>
          <a:p xmlns:a="http://schemas.openxmlformats.org/drawingml/2006/main">
            <a:pPr algn="l">
              <a:defRPr sz="2250" b="1">
                <a:solidFill>
                  <a:srgbClr val="AA0000"/>
                </a:solidFill>
                <a:latin typeface="Microsoft YaHei"/>
                <a:ea typeface="Microsoft YaHei"/>
                <a:cs typeface="Microsoft YaHei"/>
              </a:defRPr>
            </a:pPr>
            <a:r>
              <a:rPr sz="2250" b="1">
                <a:solidFill>
                  <a:srgbClr val="AA0000"/>
                </a:solidFill>
                <a:latin typeface="Microsoft YaHei"/>
                <a:ea typeface="Microsoft YaHei"/>
                <a:cs typeface="Microsoft YaHei"/>
              </a:rPr>
              <a:t>01</a:t>
            </a:r>
          </a:p>
        </p:txBody>
      </p:sp>
      <p:sp>
        <p:nvSpPr>
          <p:cNvPr id="9" name="text-7">
            <a:extLst xmlns:a="http://schemas.openxmlformats.org/drawingml/2006/main">
              <a:ext uri="{FF2B5EF4-FFF2-40B4-BE49-F238E27FC236}">
                <a16:creationId xmlns:a16="http://schemas.microsoft.com/office/drawing/2014/main" id="{A80EF0D2-65EE-4DC2-AB61-418357D67013}"/>
              </a:ext>
            </a:extLst>
          </p:cNvPr>
          <p:cNvSpPr>
            <a:spLocks xmlns:a="http://schemas.openxmlformats.org/drawingml/2006/main" noGrp="1"/>
          </p:cNvSpPr>
          <p:nvPr/>
        </p:nvSpPr>
        <p:spPr>
          <a:xfrm xmlns:a="http://schemas.openxmlformats.org/drawingml/2006/main">
            <a:off x="1504950" y="3238500"/>
            <a:ext cx="9925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43B"/>
                </a:solidFill>
                <a:latin typeface="Microsoft YaHei"/>
                <a:ea typeface="Microsoft YaHei"/>
                <a:cs typeface="Microsoft YaHei"/>
              </a:defRPr>
            </a:defPPr>
          </a:lstStyle>
          <a:p xmlns:a="http://schemas.openxmlformats.org/drawingml/2006/main">
            <a:pPr algn="l">
              <a:defRPr sz="2250" b="0">
                <a:solidFill>
                  <a:srgbClr val="17243B"/>
                </a:solidFill>
                <a:latin typeface="Microsoft YaHei"/>
                <a:ea typeface="Microsoft YaHei"/>
                <a:cs typeface="Microsoft YaHei"/>
              </a:defRPr>
            </a:pPr>
            <a:r>
              <a:rPr sz="2250" b="0">
                <a:solidFill>
                  <a:srgbClr val="17243B"/>
                </a:solidFill>
                <a:latin typeface="Microsoft YaHei"/>
                <a:ea typeface="Microsoft YaHei"/>
                <a:cs typeface="Microsoft YaHei"/>
              </a:rPr>
              <a:t>哪些技术问题没有得到发现或纠正？</a:t>
            </a:r>
          </a:p>
        </p:txBody>
      </p:sp>
      <p:sp>
        <p:nvSpPr>
          <p:cNvPr id="10" name="text-8">
            <a:extLst xmlns:a="http://schemas.openxmlformats.org/drawingml/2006/main">
              <a:ext uri="{FF2B5EF4-FFF2-40B4-BE49-F238E27FC236}">
                <a16:creationId xmlns:a16="http://schemas.microsoft.com/office/drawing/2014/main" id="{D19D1FC8-52FF-4F90-8006-ED8D67F13D9B}"/>
              </a:ext>
            </a:extLst>
          </p:cNvPr>
          <p:cNvSpPr>
            <a:spLocks xmlns:a="http://schemas.openxmlformats.org/drawingml/2006/main" noGrp="1"/>
          </p:cNvSpPr>
          <p:nvPr/>
        </p:nvSpPr>
        <p:spPr>
          <a:xfrm xmlns:a="http://schemas.openxmlformats.org/drawingml/2006/main">
            <a:off x="609600" y="408622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AA0000"/>
                </a:solidFill>
                <a:latin typeface="Microsoft YaHei"/>
                <a:ea typeface="Microsoft YaHei"/>
                <a:cs typeface="Microsoft YaHei"/>
              </a:defRPr>
            </a:defPPr>
          </a:lstStyle>
          <a:p xmlns:a="http://schemas.openxmlformats.org/drawingml/2006/main">
            <a:pPr algn="l">
              <a:defRPr sz="2250" b="1">
                <a:solidFill>
                  <a:srgbClr val="AA0000"/>
                </a:solidFill>
                <a:latin typeface="Microsoft YaHei"/>
                <a:ea typeface="Microsoft YaHei"/>
                <a:cs typeface="Microsoft YaHei"/>
              </a:defRPr>
            </a:pPr>
            <a:r>
              <a:rPr sz="2250" b="1">
                <a:solidFill>
                  <a:srgbClr val="AA0000"/>
                </a:solidFill>
                <a:latin typeface="Microsoft YaHei"/>
                <a:ea typeface="Microsoft YaHei"/>
                <a:cs typeface="Microsoft YaHei"/>
              </a:rPr>
              <a:t>02</a:t>
            </a:r>
          </a:p>
        </p:txBody>
      </p:sp>
      <p:sp>
        <p:nvSpPr>
          <p:cNvPr id="11" name="text-9">
            <a:extLst xmlns:a="http://schemas.openxmlformats.org/drawingml/2006/main">
              <a:ext uri="{FF2B5EF4-FFF2-40B4-BE49-F238E27FC236}">
                <a16:creationId xmlns:a16="http://schemas.microsoft.com/office/drawing/2014/main" id="{0BA7424C-7DF8-4ED9-8592-E0F8BB83A917}"/>
              </a:ext>
            </a:extLst>
          </p:cNvPr>
          <p:cNvSpPr>
            <a:spLocks xmlns:a="http://schemas.openxmlformats.org/drawingml/2006/main" noGrp="1"/>
          </p:cNvSpPr>
          <p:nvPr/>
        </p:nvSpPr>
        <p:spPr>
          <a:xfrm xmlns:a="http://schemas.openxmlformats.org/drawingml/2006/main">
            <a:off x="1504950" y="4086225"/>
            <a:ext cx="9925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43B"/>
                </a:solidFill>
                <a:latin typeface="Microsoft YaHei"/>
                <a:ea typeface="Microsoft YaHei"/>
                <a:cs typeface="Microsoft YaHei"/>
              </a:defRPr>
            </a:defPPr>
          </a:lstStyle>
          <a:p xmlns:a="http://schemas.openxmlformats.org/drawingml/2006/main">
            <a:pPr algn="l">
              <a:defRPr sz="2250" b="0">
                <a:solidFill>
                  <a:srgbClr val="17243B"/>
                </a:solidFill>
                <a:latin typeface="Microsoft YaHei"/>
                <a:ea typeface="Microsoft YaHei"/>
                <a:cs typeface="Microsoft YaHei"/>
              </a:defRPr>
            </a:pPr>
            <a:r>
              <a:rPr sz="2250" b="0">
                <a:solidFill>
                  <a:srgbClr val="17243B"/>
                </a:solidFill>
                <a:latin typeface="Microsoft YaHei"/>
                <a:ea typeface="Microsoft YaHei"/>
                <a:cs typeface="Microsoft YaHei"/>
              </a:rPr>
              <a:t>哪些组织安排使风险持续积累？</a:t>
            </a:r>
          </a:p>
        </p:txBody>
      </p:sp>
      <p:sp>
        <p:nvSpPr>
          <p:cNvPr id="12" name="text-10">
            <a:extLst xmlns:a="http://schemas.openxmlformats.org/drawingml/2006/main">
              <a:ext uri="{FF2B5EF4-FFF2-40B4-BE49-F238E27FC236}">
                <a16:creationId xmlns:a16="http://schemas.microsoft.com/office/drawing/2014/main" id="{01783F9E-7390-4404-8FE2-512CAAADBABC}"/>
              </a:ext>
            </a:extLst>
          </p:cNvPr>
          <p:cNvSpPr>
            <a:spLocks xmlns:a="http://schemas.openxmlformats.org/drawingml/2006/main" noGrp="1"/>
          </p:cNvSpPr>
          <p:nvPr/>
        </p:nvSpPr>
        <p:spPr>
          <a:xfrm xmlns:a="http://schemas.openxmlformats.org/drawingml/2006/main">
            <a:off x="609600" y="49339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AA0000"/>
                </a:solidFill>
                <a:latin typeface="Microsoft YaHei"/>
                <a:ea typeface="Microsoft YaHei"/>
                <a:cs typeface="Microsoft YaHei"/>
              </a:defRPr>
            </a:defPPr>
          </a:lstStyle>
          <a:p xmlns:a="http://schemas.openxmlformats.org/drawingml/2006/main">
            <a:pPr algn="l">
              <a:defRPr sz="2250" b="1">
                <a:solidFill>
                  <a:srgbClr val="AA0000"/>
                </a:solidFill>
                <a:latin typeface="Microsoft YaHei"/>
                <a:ea typeface="Microsoft YaHei"/>
                <a:cs typeface="Microsoft YaHei"/>
              </a:defRPr>
            </a:pPr>
            <a:r>
              <a:rPr sz="2250" b="1">
                <a:solidFill>
                  <a:srgbClr val="AA0000"/>
                </a:solidFill>
                <a:latin typeface="Microsoft YaHei"/>
                <a:ea typeface="Microsoft YaHei"/>
                <a:cs typeface="Microsoft YaHei"/>
              </a:rPr>
              <a:t>03</a:t>
            </a:r>
          </a:p>
        </p:txBody>
      </p:sp>
      <p:sp>
        <p:nvSpPr>
          <p:cNvPr id="13" name="text-11">
            <a:extLst xmlns:a="http://schemas.openxmlformats.org/drawingml/2006/main">
              <a:ext uri="{FF2B5EF4-FFF2-40B4-BE49-F238E27FC236}">
                <a16:creationId xmlns:a16="http://schemas.microsoft.com/office/drawing/2014/main" id="{3247795D-5787-4887-B77E-FA114CE57E8B}"/>
              </a:ext>
            </a:extLst>
          </p:cNvPr>
          <p:cNvSpPr>
            <a:spLocks xmlns:a="http://schemas.openxmlformats.org/drawingml/2006/main" noGrp="1"/>
          </p:cNvSpPr>
          <p:nvPr/>
        </p:nvSpPr>
        <p:spPr>
          <a:xfrm xmlns:a="http://schemas.openxmlformats.org/drawingml/2006/main">
            <a:off x="1504950" y="4933950"/>
            <a:ext cx="9925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43B"/>
                </a:solidFill>
                <a:latin typeface="Microsoft YaHei"/>
                <a:ea typeface="Microsoft YaHei"/>
                <a:cs typeface="Microsoft YaHei"/>
              </a:defRPr>
            </a:defPPr>
          </a:lstStyle>
          <a:p xmlns:a="http://schemas.openxmlformats.org/drawingml/2006/main">
            <a:pPr algn="l">
              <a:defRPr sz="2250" b="0">
                <a:solidFill>
                  <a:srgbClr val="17243B"/>
                </a:solidFill>
                <a:latin typeface="Microsoft YaHei"/>
                <a:ea typeface="Microsoft YaHei"/>
                <a:cs typeface="Microsoft YaHei"/>
              </a:defRPr>
            </a:pPr>
            <a:r>
              <a:rPr sz="2250" b="0">
                <a:solidFill>
                  <a:srgbClr val="17243B"/>
                </a:solidFill>
                <a:latin typeface="Microsoft YaHei"/>
                <a:ea typeface="Microsoft YaHei"/>
                <a:cs typeface="Microsoft YaHei"/>
              </a:rPr>
              <a:t>工程师在哪个节点能够采取有效行动？</a:t>
            </a:r>
          </a:p>
        </p:txBody>
      </p:sp>
    </p:spTree>
    <p:extLst>
      <p:ext uri="{BB962C8B-B14F-4D97-AF65-F5344CB8AC3E}">
        <p14:creationId xmlns:p14="http://schemas.microsoft.com/office/powerpoint/2010/main" val="11457374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0C0DBDDA-A949-4E54-917D-C65A4DE4BCD4}"/>
              </a:ext>
            </a:extLst>
          </p:cNvPr>
          <p:cNvPicPr>
            <a:picLocks xmlns:a="http://schemas.openxmlformats.org/drawingml/2006/main" noChangeAspect="1"/>
          </p:cNvPicPr>
          <p:nvPr/>
        </p:nvPicPr>
        <p:blipFill>
          <a:blip xmlns:r="http://schemas.openxmlformats.org/officeDocument/2006/relationships" xmlns:a="http://schemas.openxmlformats.org/drawingml/2006/main" r:embed="Ra6d737b9735d40f7"/>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B4425756-A04C-424D-91CF-7B1992D223F3}"/>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436B2A6A-D452-4EF8-8DEC-DF0CCEA2E165}"/>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第一讲</a:t>
            </a:r>
          </a:p>
        </p:txBody>
      </p:sp>
      <p:sp>
        <p:nvSpPr>
          <p:cNvPr id="4" name="slide-title">
            <a:extLst xmlns:a="http://schemas.openxmlformats.org/drawingml/2006/main">
              <a:ext uri="{FF2B5EF4-FFF2-40B4-BE49-F238E27FC236}">
                <a16:creationId xmlns:a16="http://schemas.microsoft.com/office/drawing/2014/main" id="{98927E87-A91C-4FD7-98E3-51E4B8E11031}"/>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工程职业的公共责任</a:t>
            </a:r>
          </a:p>
        </p:txBody>
      </p:sp>
      <p:sp>
        <p:nvSpPr>
          <p:cNvPr id="5" name="footer">
            <a:extLst xmlns:a="http://schemas.openxmlformats.org/drawingml/2006/main">
              <a:ext uri="{FF2B5EF4-FFF2-40B4-BE49-F238E27FC236}">
                <a16:creationId xmlns:a16="http://schemas.microsoft.com/office/drawing/2014/main" id="{D9297AB8-B143-49C8-90AF-023926A6EF75}"/>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4B154C85-592E-4CF1-AC1F-50B279160A17}"/>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04 / 22</a:t>
            </a:r>
          </a:p>
        </p:txBody>
      </p:sp>
      <p:sp>
        <p:nvSpPr>
          <p:cNvPr id="7" name="text-5">
            <a:extLst xmlns:a="http://schemas.openxmlformats.org/drawingml/2006/main">
              <a:ext uri="{FF2B5EF4-FFF2-40B4-BE49-F238E27FC236}">
                <a16:creationId xmlns:a16="http://schemas.microsoft.com/office/drawing/2014/main" id="{E4FCB12C-4C0A-4C88-AB6C-F1A704B188C9}"/>
              </a:ext>
            </a:extLst>
          </p:cNvPr>
          <p:cNvSpPr>
            <a:spLocks xmlns:a="http://schemas.openxmlformats.org/drawingml/2006/main" noGrp="1"/>
          </p:cNvSpPr>
          <p:nvPr/>
        </p:nvSpPr>
        <p:spPr>
          <a:xfrm xmlns:a="http://schemas.openxmlformats.org/drawingml/2006/main">
            <a:off x="609600" y="2152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专业知识与职业自治，共同支撑面向公众的信托责任</a:t>
            </a:r>
          </a:p>
        </p:txBody>
      </p:sp>
      <p:sp>
        <p:nvSpPr>
          <p:cNvPr id="8" name="text-6">
            <a:extLst xmlns:a="http://schemas.openxmlformats.org/drawingml/2006/main">
              <a:ext uri="{FF2B5EF4-FFF2-40B4-BE49-F238E27FC236}">
                <a16:creationId xmlns:a16="http://schemas.microsoft.com/office/drawing/2014/main" id="{359950CC-EAF7-4D93-AFA5-6D2A56BCC18C}"/>
              </a:ext>
            </a:extLst>
          </p:cNvPr>
          <p:cNvSpPr>
            <a:spLocks xmlns:a="http://schemas.openxmlformats.org/drawingml/2006/main" noGrp="1"/>
          </p:cNvSpPr>
          <p:nvPr/>
        </p:nvSpPr>
        <p:spPr>
          <a:xfrm xmlns:a="http://schemas.openxmlformats.org/drawingml/2006/main">
            <a:off x="609600" y="332422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43B"/>
                </a:solidFill>
                <a:latin typeface="Microsoft YaHei"/>
                <a:ea typeface="Microsoft YaHei"/>
                <a:cs typeface="Microsoft YaHei"/>
              </a:defRPr>
            </a:defPPr>
          </a:lstStyle>
          <a:p xmlns:a="http://schemas.openxmlformats.org/drawingml/2006/main">
            <a:pPr algn="l">
              <a:defRPr sz="2325" b="1">
                <a:solidFill>
                  <a:srgbClr val="17243B"/>
                </a:solidFill>
                <a:latin typeface="Microsoft YaHei"/>
                <a:ea typeface="Microsoft YaHei"/>
                <a:cs typeface="Microsoft YaHei"/>
              </a:defRPr>
            </a:pPr>
            <a:r>
              <a:rPr sz="2325" b="1">
                <a:solidFill>
                  <a:srgbClr val="17243B"/>
                </a:solidFill>
                <a:latin typeface="Microsoft YaHei"/>
                <a:ea typeface="Microsoft YaHei"/>
                <a:cs typeface="Microsoft YaHei"/>
              </a:rPr>
              <a:t>专业训练</a:t>
            </a:r>
          </a:p>
        </p:txBody>
      </p:sp>
      <p:sp>
        <p:nvSpPr>
          <p:cNvPr id="9" name="text-7">
            <a:extLst xmlns:a="http://schemas.openxmlformats.org/drawingml/2006/main">
              <a:ext uri="{FF2B5EF4-FFF2-40B4-BE49-F238E27FC236}">
                <a16:creationId xmlns:a16="http://schemas.microsoft.com/office/drawing/2014/main" id="{95BA242E-C64A-40BF-B609-A14C16C38310}"/>
              </a:ext>
            </a:extLst>
          </p:cNvPr>
          <p:cNvSpPr>
            <a:spLocks xmlns:a="http://schemas.openxmlformats.org/drawingml/2006/main" noGrp="1"/>
          </p:cNvSpPr>
          <p:nvPr/>
        </p:nvSpPr>
        <p:spPr>
          <a:xfrm xmlns:a="http://schemas.openxmlformats.org/drawingml/2006/main">
            <a:off x="609600" y="4029075"/>
            <a:ext cx="33528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56174"/>
                </a:solidFill>
                <a:latin typeface="Microsoft YaHei"/>
                <a:ea typeface="Microsoft YaHei"/>
                <a:cs typeface="Microsoft YaHei"/>
              </a:defRPr>
            </a:defPPr>
          </a:lstStyle>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工程教育与实践经验</a:t>
            </a:r>
          </a:p>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支持可靠的技术判断</a:t>
            </a:r>
          </a:p>
        </p:txBody>
      </p:sp>
      <p:sp>
        <p:nvSpPr>
          <p:cNvPr id="10" name="text-8">
            <a:extLst xmlns:a="http://schemas.openxmlformats.org/drawingml/2006/main">
              <a:ext uri="{FF2B5EF4-FFF2-40B4-BE49-F238E27FC236}">
                <a16:creationId xmlns:a16="http://schemas.microsoft.com/office/drawing/2014/main" id="{D62A1F12-26F8-40C1-A42F-9D249E32E382}"/>
              </a:ext>
            </a:extLst>
          </p:cNvPr>
          <p:cNvSpPr>
            <a:spLocks xmlns:a="http://schemas.openxmlformats.org/drawingml/2006/main" noGrp="1"/>
          </p:cNvSpPr>
          <p:nvPr/>
        </p:nvSpPr>
        <p:spPr>
          <a:xfrm xmlns:a="http://schemas.openxmlformats.org/drawingml/2006/main">
            <a:off x="4343400" y="332422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43B"/>
                </a:solidFill>
                <a:latin typeface="Microsoft YaHei"/>
                <a:ea typeface="Microsoft YaHei"/>
                <a:cs typeface="Microsoft YaHei"/>
              </a:defRPr>
            </a:defPPr>
          </a:lstStyle>
          <a:p xmlns:a="http://schemas.openxmlformats.org/drawingml/2006/main">
            <a:pPr algn="l">
              <a:defRPr sz="2325" b="1">
                <a:solidFill>
                  <a:srgbClr val="17243B"/>
                </a:solidFill>
                <a:latin typeface="Microsoft YaHei"/>
                <a:ea typeface="Microsoft YaHei"/>
                <a:cs typeface="Microsoft YaHei"/>
              </a:defRPr>
            </a:pPr>
            <a:r>
              <a:rPr sz="2325" b="1">
                <a:solidFill>
                  <a:srgbClr val="17243B"/>
                </a:solidFill>
                <a:latin typeface="Microsoft YaHei"/>
                <a:ea typeface="Microsoft YaHei"/>
                <a:cs typeface="Microsoft YaHei"/>
              </a:rPr>
              <a:t>职业共同体</a:t>
            </a:r>
          </a:p>
        </p:txBody>
      </p:sp>
      <p:sp>
        <p:nvSpPr>
          <p:cNvPr id="11" name="text-9">
            <a:extLst xmlns:a="http://schemas.openxmlformats.org/drawingml/2006/main">
              <a:ext uri="{FF2B5EF4-FFF2-40B4-BE49-F238E27FC236}">
                <a16:creationId xmlns:a16="http://schemas.microsoft.com/office/drawing/2014/main" id="{E5FF8F4F-1154-48D8-BB10-50D44E1FAE66}"/>
              </a:ext>
            </a:extLst>
          </p:cNvPr>
          <p:cNvSpPr>
            <a:spLocks xmlns:a="http://schemas.openxmlformats.org/drawingml/2006/main" noGrp="1"/>
          </p:cNvSpPr>
          <p:nvPr/>
        </p:nvSpPr>
        <p:spPr>
          <a:xfrm xmlns:a="http://schemas.openxmlformats.org/drawingml/2006/main">
            <a:off x="4343400" y="4029075"/>
            <a:ext cx="33528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56174"/>
                </a:solidFill>
                <a:latin typeface="Microsoft YaHei"/>
                <a:ea typeface="Microsoft YaHei"/>
                <a:cs typeface="Microsoft YaHei"/>
              </a:defRPr>
            </a:defPPr>
          </a:lstStyle>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技术标准与伦理章程</a:t>
            </a:r>
          </a:p>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约束专业行为并支持自律</a:t>
            </a:r>
          </a:p>
        </p:txBody>
      </p:sp>
      <p:sp>
        <p:nvSpPr>
          <p:cNvPr id="12" name="text-10">
            <a:extLst xmlns:a="http://schemas.openxmlformats.org/drawingml/2006/main">
              <a:ext uri="{FF2B5EF4-FFF2-40B4-BE49-F238E27FC236}">
                <a16:creationId xmlns:a16="http://schemas.microsoft.com/office/drawing/2014/main" id="{D248C0C1-A3BB-4DD5-A42E-8EF2EC179F6B}"/>
              </a:ext>
            </a:extLst>
          </p:cNvPr>
          <p:cNvSpPr>
            <a:spLocks xmlns:a="http://schemas.openxmlformats.org/drawingml/2006/main" noGrp="1"/>
          </p:cNvSpPr>
          <p:nvPr/>
        </p:nvSpPr>
        <p:spPr>
          <a:xfrm xmlns:a="http://schemas.openxmlformats.org/drawingml/2006/main">
            <a:off x="8077200" y="332422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43B"/>
                </a:solidFill>
                <a:latin typeface="Microsoft YaHei"/>
                <a:ea typeface="Microsoft YaHei"/>
                <a:cs typeface="Microsoft YaHei"/>
              </a:defRPr>
            </a:defPPr>
          </a:lstStyle>
          <a:p xmlns:a="http://schemas.openxmlformats.org/drawingml/2006/main">
            <a:pPr algn="l">
              <a:defRPr sz="2325" b="1">
                <a:solidFill>
                  <a:srgbClr val="17243B"/>
                </a:solidFill>
                <a:latin typeface="Microsoft YaHei"/>
                <a:ea typeface="Microsoft YaHei"/>
                <a:cs typeface="Microsoft YaHei"/>
              </a:defRPr>
            </a:pPr>
            <a:r>
              <a:rPr sz="2325" b="1">
                <a:solidFill>
                  <a:srgbClr val="17243B"/>
                </a:solidFill>
                <a:latin typeface="Microsoft YaHei"/>
                <a:ea typeface="Microsoft YaHei"/>
                <a:cs typeface="Microsoft YaHei"/>
              </a:rPr>
              <a:t>公众福祉</a:t>
            </a:r>
          </a:p>
        </p:txBody>
      </p:sp>
      <p:sp>
        <p:nvSpPr>
          <p:cNvPr id="13" name="text-11">
            <a:extLst xmlns:a="http://schemas.openxmlformats.org/drawingml/2006/main">
              <a:ext uri="{FF2B5EF4-FFF2-40B4-BE49-F238E27FC236}">
                <a16:creationId xmlns:a16="http://schemas.microsoft.com/office/drawing/2014/main" id="{AE8ACC62-D03F-4518-9761-01A5CF6AFA25}"/>
              </a:ext>
            </a:extLst>
          </p:cNvPr>
          <p:cNvSpPr>
            <a:spLocks xmlns:a="http://schemas.openxmlformats.org/drawingml/2006/main" noGrp="1"/>
          </p:cNvSpPr>
          <p:nvPr/>
        </p:nvSpPr>
        <p:spPr>
          <a:xfrm xmlns:a="http://schemas.openxmlformats.org/drawingml/2006/main">
            <a:off x="8077200" y="4029075"/>
            <a:ext cx="33528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56174"/>
                </a:solidFill>
                <a:latin typeface="Microsoft YaHei"/>
                <a:ea typeface="Microsoft YaHei"/>
                <a:cs typeface="Microsoft YaHei"/>
              </a:defRPr>
            </a:defPPr>
          </a:lstStyle>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关注公众安全、健康与福祉</a:t>
            </a:r>
          </a:p>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兼顾自然环境和长远影响</a:t>
            </a:r>
          </a:p>
        </p:txBody>
      </p:sp>
      <p:sp>
        <p:nvSpPr>
          <p:cNvPr id="14" name="takeaway">
            <a:extLst xmlns:a="http://schemas.openxmlformats.org/drawingml/2006/main">
              <a:ext uri="{FF2B5EF4-FFF2-40B4-BE49-F238E27FC236}">
                <a16:creationId xmlns:a16="http://schemas.microsoft.com/office/drawing/2014/main" id="{5AA993FE-EEAA-4983-9D2C-140C58A7D2C3}"/>
              </a:ext>
            </a:extLst>
          </p:cNvPr>
          <p:cNvSpPr>
            <a:spLocks xmlns:a="http://schemas.openxmlformats.org/drawingml/2006/main" noGrp="1"/>
          </p:cNvSpPr>
          <p:nvPr/>
        </p:nvSpPr>
        <p:spPr>
          <a:xfrm xmlns:a="http://schemas.openxmlformats.org/drawingml/2006/main">
            <a:off x="609600" y="568642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职业共同体既承担自律，也接受法律监管与社会监督。</a:t>
            </a:r>
          </a:p>
        </p:txBody>
      </p:sp>
    </p:spTree>
    <p:extLst>
      <p:ext uri="{BB962C8B-B14F-4D97-AF65-F5344CB8AC3E}">
        <p14:creationId xmlns:p14="http://schemas.microsoft.com/office/powerpoint/2010/main" val="7819433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F1EA846F-F1D1-49AD-86AB-96E3F15AA700}"/>
              </a:ext>
            </a:extLst>
          </p:cNvPr>
          <p:cNvPicPr>
            <a:picLocks xmlns:a="http://schemas.openxmlformats.org/drawingml/2006/main" noChangeAspect="1"/>
          </p:cNvPicPr>
          <p:nvPr/>
        </p:nvPicPr>
        <p:blipFill>
          <a:blip xmlns:r="http://schemas.openxmlformats.org/officeDocument/2006/relationships" xmlns:a="http://schemas.openxmlformats.org/drawingml/2006/main" r:embed="Rd19db5091cfe4720"/>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C14C28B0-BF57-49F6-9C5E-1260378188F0}"/>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DFB98FFF-AE3A-4F01-BDE1-44DD5056F4B0}"/>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第一讲</a:t>
            </a:r>
          </a:p>
        </p:txBody>
      </p:sp>
      <p:sp>
        <p:nvSpPr>
          <p:cNvPr id="4" name="slide-title">
            <a:extLst xmlns:a="http://schemas.openxmlformats.org/drawingml/2006/main">
              <a:ext uri="{FF2B5EF4-FFF2-40B4-BE49-F238E27FC236}">
                <a16:creationId xmlns:a16="http://schemas.microsoft.com/office/drawing/2014/main" id="{D23FDFB5-BCA5-4499-9D3D-EA421A3073D2}"/>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注册执业制度的典型路径</a:t>
            </a:r>
          </a:p>
        </p:txBody>
      </p:sp>
      <p:sp>
        <p:nvSpPr>
          <p:cNvPr id="5" name="footer">
            <a:extLst xmlns:a="http://schemas.openxmlformats.org/drawingml/2006/main">
              <a:ext uri="{FF2B5EF4-FFF2-40B4-BE49-F238E27FC236}">
                <a16:creationId xmlns:a16="http://schemas.microsoft.com/office/drawing/2014/main" id="{55489CA9-BBF5-41F1-9029-847D71933ED8}"/>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B9B241D9-E08E-4D58-A2FE-1AF729D0AD48}"/>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05 / 22</a:t>
            </a:r>
          </a:p>
        </p:txBody>
      </p:sp>
      <p:sp>
        <p:nvSpPr>
          <p:cNvPr id="7" name="text-5">
            <a:extLst xmlns:a="http://schemas.openxmlformats.org/drawingml/2006/main">
              <a:ext uri="{FF2B5EF4-FFF2-40B4-BE49-F238E27FC236}">
                <a16:creationId xmlns:a16="http://schemas.microsoft.com/office/drawing/2014/main" id="{F4029E48-5F95-489B-8D89-CD0E6BFED86B}"/>
              </a:ext>
            </a:extLst>
          </p:cNvPr>
          <p:cNvSpPr>
            <a:spLocks xmlns:a="http://schemas.openxmlformats.org/drawingml/2006/main" noGrp="1"/>
          </p:cNvSpPr>
          <p:nvPr/>
        </p:nvSpPr>
        <p:spPr>
          <a:xfrm xmlns:a="http://schemas.openxmlformats.org/drawingml/2006/main">
            <a:off x="609600" y="2171700"/>
            <a:ext cx="590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A0000"/>
                </a:solidFill>
                <a:latin typeface="Microsoft YaHei"/>
                <a:ea typeface="Microsoft YaHei"/>
                <a:cs typeface="Microsoft YaHei"/>
              </a:defRPr>
            </a:defPPr>
          </a:lstStyle>
          <a:p xmlns:a="http://schemas.openxmlformats.org/drawingml/2006/main">
            <a:pPr algn="l">
              <a:defRPr sz="2325" b="1">
                <a:solidFill>
                  <a:srgbClr val="AA0000"/>
                </a:solidFill>
                <a:latin typeface="Microsoft YaHei"/>
                <a:ea typeface="Microsoft YaHei"/>
                <a:cs typeface="Microsoft YaHei"/>
              </a:defRPr>
            </a:pPr>
            <a:r>
              <a:rPr sz="2325" b="1">
                <a:solidFill>
                  <a:srgbClr val="AA0000"/>
                </a:solidFill>
                <a:latin typeface="Microsoft YaHei"/>
                <a:ea typeface="Microsoft YaHei"/>
                <a:cs typeface="Microsoft YaHei"/>
              </a:rPr>
              <a:t>01</a:t>
            </a:r>
          </a:p>
        </p:txBody>
      </p:sp>
      <p:sp>
        <p:nvSpPr>
          <p:cNvPr id="8" name="text-6">
            <a:extLst xmlns:a="http://schemas.openxmlformats.org/drawingml/2006/main">
              <a:ext uri="{FF2B5EF4-FFF2-40B4-BE49-F238E27FC236}">
                <a16:creationId xmlns:a16="http://schemas.microsoft.com/office/drawing/2014/main" id="{4DEB9A1D-F2BB-4630-800F-914CFA70038F}"/>
              </a:ext>
            </a:extLst>
          </p:cNvPr>
          <p:cNvSpPr>
            <a:spLocks xmlns:a="http://schemas.openxmlformats.org/drawingml/2006/main" noGrp="1"/>
          </p:cNvSpPr>
          <p:nvPr/>
        </p:nvSpPr>
        <p:spPr>
          <a:xfrm xmlns:a="http://schemas.openxmlformats.org/drawingml/2006/main">
            <a:off x="1485900" y="2171700"/>
            <a:ext cx="2505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43B"/>
                </a:solidFill>
                <a:latin typeface="Microsoft YaHei"/>
                <a:ea typeface="Microsoft YaHei"/>
                <a:cs typeface="Microsoft YaHei"/>
              </a:defRPr>
            </a:defPPr>
          </a:lstStyle>
          <a:p xmlns:a="http://schemas.openxmlformats.org/drawingml/2006/main">
            <a:pPr algn="l">
              <a:defRPr sz="2100" b="1">
                <a:solidFill>
                  <a:srgbClr val="17243B"/>
                </a:solidFill>
                <a:latin typeface="Microsoft YaHei"/>
                <a:ea typeface="Microsoft YaHei"/>
                <a:cs typeface="Microsoft YaHei"/>
              </a:defRPr>
            </a:pPr>
            <a:r>
              <a:rPr sz="2100" b="1">
                <a:solidFill>
                  <a:srgbClr val="17243B"/>
                </a:solidFill>
                <a:latin typeface="Microsoft YaHei"/>
                <a:ea typeface="Microsoft YaHei"/>
                <a:cs typeface="Microsoft YaHei"/>
              </a:rPr>
              <a:t>教育与专业认证</a:t>
            </a:r>
          </a:p>
        </p:txBody>
      </p:sp>
      <p:sp>
        <p:nvSpPr>
          <p:cNvPr id="9" name="text-7">
            <a:extLst xmlns:a="http://schemas.openxmlformats.org/drawingml/2006/main">
              <a:ext uri="{FF2B5EF4-FFF2-40B4-BE49-F238E27FC236}">
                <a16:creationId xmlns:a16="http://schemas.microsoft.com/office/drawing/2014/main" id="{8BB2FBA2-4EB9-4C60-A391-8C271A11E6EB}"/>
              </a:ext>
            </a:extLst>
          </p:cNvPr>
          <p:cNvSpPr>
            <a:spLocks xmlns:a="http://schemas.openxmlformats.org/drawingml/2006/main" noGrp="1"/>
          </p:cNvSpPr>
          <p:nvPr/>
        </p:nvSpPr>
        <p:spPr>
          <a:xfrm xmlns:a="http://schemas.openxmlformats.org/drawingml/2006/main">
            <a:off x="4333875" y="2171700"/>
            <a:ext cx="7067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6174"/>
                </a:solidFill>
                <a:latin typeface="Microsoft YaHei"/>
                <a:ea typeface="Microsoft YaHei"/>
                <a:cs typeface="Microsoft YaHei"/>
              </a:defRPr>
            </a:defPPr>
          </a:lstStyle>
          <a:p xmlns:a="http://schemas.openxmlformats.org/drawingml/2006/main">
            <a:pPr algn="l">
              <a:defRPr sz="1875" b="0">
                <a:solidFill>
                  <a:srgbClr val="556174"/>
                </a:solidFill>
                <a:latin typeface="Microsoft YaHei"/>
                <a:ea typeface="Microsoft YaHei"/>
                <a:cs typeface="Microsoft YaHei"/>
              </a:defRPr>
            </a:pPr>
            <a:r>
              <a:rPr sz="1875" b="0">
                <a:solidFill>
                  <a:srgbClr val="556174"/>
                </a:solidFill>
                <a:latin typeface="Microsoft YaHei"/>
                <a:ea typeface="Microsoft YaHei"/>
                <a:cs typeface="Microsoft YaHei"/>
              </a:rPr>
              <a:t>建立专业知识和能力基础</a:t>
            </a:r>
          </a:p>
        </p:txBody>
      </p:sp>
      <p:sp>
        <p:nvSpPr>
          <p:cNvPr id="10" name="text-8">
            <a:extLst xmlns:a="http://schemas.openxmlformats.org/drawingml/2006/main">
              <a:ext uri="{FF2B5EF4-FFF2-40B4-BE49-F238E27FC236}">
                <a16:creationId xmlns:a16="http://schemas.microsoft.com/office/drawing/2014/main" id="{BE436CF0-6831-4D74-97E2-BE17E83720DE}"/>
              </a:ext>
            </a:extLst>
          </p:cNvPr>
          <p:cNvSpPr>
            <a:spLocks xmlns:a="http://schemas.openxmlformats.org/drawingml/2006/main" noGrp="1"/>
          </p:cNvSpPr>
          <p:nvPr/>
        </p:nvSpPr>
        <p:spPr>
          <a:xfrm xmlns:a="http://schemas.openxmlformats.org/drawingml/2006/main">
            <a:off x="609600" y="2847975"/>
            <a:ext cx="590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A0000"/>
                </a:solidFill>
                <a:latin typeface="Microsoft YaHei"/>
                <a:ea typeface="Microsoft YaHei"/>
                <a:cs typeface="Microsoft YaHei"/>
              </a:defRPr>
            </a:defPPr>
          </a:lstStyle>
          <a:p xmlns:a="http://schemas.openxmlformats.org/drawingml/2006/main">
            <a:pPr algn="l">
              <a:defRPr sz="2325" b="1">
                <a:solidFill>
                  <a:srgbClr val="AA0000"/>
                </a:solidFill>
                <a:latin typeface="Microsoft YaHei"/>
                <a:ea typeface="Microsoft YaHei"/>
                <a:cs typeface="Microsoft YaHei"/>
              </a:defRPr>
            </a:pPr>
            <a:r>
              <a:rPr sz="2325" b="1">
                <a:solidFill>
                  <a:srgbClr val="AA0000"/>
                </a:solidFill>
                <a:latin typeface="Microsoft YaHei"/>
                <a:ea typeface="Microsoft YaHei"/>
                <a:cs typeface="Microsoft YaHei"/>
              </a:rPr>
              <a:t>02</a:t>
            </a:r>
          </a:p>
        </p:txBody>
      </p:sp>
      <p:sp>
        <p:nvSpPr>
          <p:cNvPr id="11" name="text-9">
            <a:extLst xmlns:a="http://schemas.openxmlformats.org/drawingml/2006/main">
              <a:ext uri="{FF2B5EF4-FFF2-40B4-BE49-F238E27FC236}">
                <a16:creationId xmlns:a16="http://schemas.microsoft.com/office/drawing/2014/main" id="{C7559049-19B7-4A35-93A5-A2C534091662}"/>
              </a:ext>
            </a:extLst>
          </p:cNvPr>
          <p:cNvSpPr>
            <a:spLocks xmlns:a="http://schemas.openxmlformats.org/drawingml/2006/main" noGrp="1"/>
          </p:cNvSpPr>
          <p:nvPr/>
        </p:nvSpPr>
        <p:spPr>
          <a:xfrm xmlns:a="http://schemas.openxmlformats.org/drawingml/2006/main">
            <a:off x="1485900" y="2847975"/>
            <a:ext cx="2505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43B"/>
                </a:solidFill>
                <a:latin typeface="Microsoft YaHei"/>
                <a:ea typeface="Microsoft YaHei"/>
                <a:cs typeface="Microsoft YaHei"/>
              </a:defRPr>
            </a:defPPr>
          </a:lstStyle>
          <a:p xmlns:a="http://schemas.openxmlformats.org/drawingml/2006/main">
            <a:pPr algn="l">
              <a:defRPr sz="2100" b="1">
                <a:solidFill>
                  <a:srgbClr val="17243B"/>
                </a:solidFill>
                <a:latin typeface="Microsoft YaHei"/>
                <a:ea typeface="Microsoft YaHei"/>
                <a:cs typeface="Microsoft YaHei"/>
              </a:defRPr>
            </a:pPr>
            <a:r>
              <a:rPr sz="2100" b="1">
                <a:solidFill>
                  <a:srgbClr val="17243B"/>
                </a:solidFill>
                <a:latin typeface="Microsoft YaHei"/>
                <a:ea typeface="Microsoft YaHei"/>
                <a:cs typeface="Microsoft YaHei"/>
              </a:rPr>
              <a:t>职业实践</a:t>
            </a:r>
          </a:p>
        </p:txBody>
      </p:sp>
      <p:sp>
        <p:nvSpPr>
          <p:cNvPr id="12" name="text-10">
            <a:extLst xmlns:a="http://schemas.openxmlformats.org/drawingml/2006/main">
              <a:ext uri="{FF2B5EF4-FFF2-40B4-BE49-F238E27FC236}">
                <a16:creationId xmlns:a16="http://schemas.microsoft.com/office/drawing/2014/main" id="{554593E9-3F61-4620-B70B-DA2BF71CCADE}"/>
              </a:ext>
            </a:extLst>
          </p:cNvPr>
          <p:cNvSpPr>
            <a:spLocks xmlns:a="http://schemas.openxmlformats.org/drawingml/2006/main" noGrp="1"/>
          </p:cNvSpPr>
          <p:nvPr/>
        </p:nvSpPr>
        <p:spPr>
          <a:xfrm xmlns:a="http://schemas.openxmlformats.org/drawingml/2006/main">
            <a:off x="4333875" y="2847975"/>
            <a:ext cx="7067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6174"/>
                </a:solidFill>
                <a:latin typeface="Microsoft YaHei"/>
                <a:ea typeface="Microsoft YaHei"/>
                <a:cs typeface="Microsoft YaHei"/>
              </a:defRPr>
            </a:defPPr>
          </a:lstStyle>
          <a:p xmlns:a="http://schemas.openxmlformats.org/drawingml/2006/main">
            <a:pPr algn="l">
              <a:defRPr sz="1875" b="0">
                <a:solidFill>
                  <a:srgbClr val="556174"/>
                </a:solidFill>
                <a:latin typeface="Microsoft YaHei"/>
                <a:ea typeface="Microsoft YaHei"/>
                <a:cs typeface="Microsoft YaHei"/>
              </a:defRPr>
            </a:pPr>
            <a:r>
              <a:rPr sz="1875" b="0">
                <a:solidFill>
                  <a:srgbClr val="556174"/>
                </a:solidFill>
                <a:latin typeface="Microsoft YaHei"/>
                <a:ea typeface="Microsoft YaHei"/>
                <a:cs typeface="Microsoft YaHei"/>
              </a:rPr>
              <a:t>积累相应领域的工程实践经验</a:t>
            </a:r>
          </a:p>
        </p:txBody>
      </p:sp>
      <p:sp>
        <p:nvSpPr>
          <p:cNvPr id="13" name="text-11">
            <a:extLst xmlns:a="http://schemas.openxmlformats.org/drawingml/2006/main">
              <a:ext uri="{FF2B5EF4-FFF2-40B4-BE49-F238E27FC236}">
                <a16:creationId xmlns:a16="http://schemas.microsoft.com/office/drawing/2014/main" id="{CBC38AC4-5965-468A-BC7A-EAA3B01E224F}"/>
              </a:ext>
            </a:extLst>
          </p:cNvPr>
          <p:cNvSpPr>
            <a:spLocks xmlns:a="http://schemas.openxmlformats.org/drawingml/2006/main" noGrp="1"/>
          </p:cNvSpPr>
          <p:nvPr/>
        </p:nvSpPr>
        <p:spPr>
          <a:xfrm xmlns:a="http://schemas.openxmlformats.org/drawingml/2006/main">
            <a:off x="609600" y="3524250"/>
            <a:ext cx="590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A0000"/>
                </a:solidFill>
                <a:latin typeface="Microsoft YaHei"/>
                <a:ea typeface="Microsoft YaHei"/>
                <a:cs typeface="Microsoft YaHei"/>
              </a:defRPr>
            </a:defPPr>
          </a:lstStyle>
          <a:p xmlns:a="http://schemas.openxmlformats.org/drawingml/2006/main">
            <a:pPr algn="l">
              <a:defRPr sz="2325" b="1">
                <a:solidFill>
                  <a:srgbClr val="AA0000"/>
                </a:solidFill>
                <a:latin typeface="Microsoft YaHei"/>
                <a:ea typeface="Microsoft YaHei"/>
                <a:cs typeface="Microsoft YaHei"/>
              </a:defRPr>
            </a:pPr>
            <a:r>
              <a:rPr sz="2325" b="1">
                <a:solidFill>
                  <a:srgbClr val="AA0000"/>
                </a:solidFill>
                <a:latin typeface="Microsoft YaHei"/>
                <a:ea typeface="Microsoft YaHei"/>
                <a:cs typeface="Microsoft YaHei"/>
              </a:rPr>
              <a:t>03</a:t>
            </a:r>
          </a:p>
        </p:txBody>
      </p:sp>
      <p:sp>
        <p:nvSpPr>
          <p:cNvPr id="14" name="text-12">
            <a:extLst xmlns:a="http://schemas.openxmlformats.org/drawingml/2006/main">
              <a:ext uri="{FF2B5EF4-FFF2-40B4-BE49-F238E27FC236}">
                <a16:creationId xmlns:a16="http://schemas.microsoft.com/office/drawing/2014/main" id="{5BE5E364-21A8-4ED5-A8A4-AF9A442B11F9}"/>
              </a:ext>
            </a:extLst>
          </p:cNvPr>
          <p:cNvSpPr>
            <a:spLocks xmlns:a="http://schemas.openxmlformats.org/drawingml/2006/main" noGrp="1"/>
          </p:cNvSpPr>
          <p:nvPr/>
        </p:nvSpPr>
        <p:spPr>
          <a:xfrm xmlns:a="http://schemas.openxmlformats.org/drawingml/2006/main">
            <a:off x="1485900" y="3524250"/>
            <a:ext cx="2505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43B"/>
                </a:solidFill>
                <a:latin typeface="Microsoft YaHei"/>
                <a:ea typeface="Microsoft YaHei"/>
                <a:cs typeface="Microsoft YaHei"/>
              </a:defRPr>
            </a:defPPr>
          </a:lstStyle>
          <a:p xmlns:a="http://schemas.openxmlformats.org/drawingml/2006/main">
            <a:pPr algn="l">
              <a:defRPr sz="2100" b="1">
                <a:solidFill>
                  <a:srgbClr val="17243B"/>
                </a:solidFill>
                <a:latin typeface="Microsoft YaHei"/>
                <a:ea typeface="Microsoft YaHei"/>
                <a:cs typeface="Microsoft YaHei"/>
              </a:defRPr>
            </a:pPr>
            <a:r>
              <a:rPr sz="2100" b="1">
                <a:solidFill>
                  <a:srgbClr val="17243B"/>
                </a:solidFill>
                <a:latin typeface="Microsoft YaHei"/>
                <a:ea typeface="Microsoft YaHei"/>
                <a:cs typeface="Microsoft YaHei"/>
              </a:rPr>
              <a:t>资格考试</a:t>
            </a:r>
          </a:p>
        </p:txBody>
      </p:sp>
      <p:sp>
        <p:nvSpPr>
          <p:cNvPr id="15" name="text-13">
            <a:extLst xmlns:a="http://schemas.openxmlformats.org/drawingml/2006/main">
              <a:ext uri="{FF2B5EF4-FFF2-40B4-BE49-F238E27FC236}">
                <a16:creationId xmlns:a16="http://schemas.microsoft.com/office/drawing/2014/main" id="{D05C9000-BBFB-456F-8CFD-C4DA53451C5B}"/>
              </a:ext>
            </a:extLst>
          </p:cNvPr>
          <p:cNvSpPr>
            <a:spLocks xmlns:a="http://schemas.openxmlformats.org/drawingml/2006/main" noGrp="1"/>
          </p:cNvSpPr>
          <p:nvPr/>
        </p:nvSpPr>
        <p:spPr>
          <a:xfrm xmlns:a="http://schemas.openxmlformats.org/drawingml/2006/main">
            <a:off x="4333875" y="3524250"/>
            <a:ext cx="7067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6174"/>
                </a:solidFill>
                <a:latin typeface="Microsoft YaHei"/>
                <a:ea typeface="Microsoft YaHei"/>
                <a:cs typeface="Microsoft YaHei"/>
              </a:defRPr>
            </a:defPPr>
          </a:lstStyle>
          <a:p xmlns:a="http://schemas.openxmlformats.org/drawingml/2006/main">
            <a:pPr algn="l">
              <a:defRPr sz="1875" b="0">
                <a:solidFill>
                  <a:srgbClr val="556174"/>
                </a:solidFill>
                <a:latin typeface="Microsoft YaHei"/>
                <a:ea typeface="Microsoft YaHei"/>
                <a:cs typeface="Microsoft YaHei"/>
              </a:defRPr>
            </a:pPr>
            <a:r>
              <a:rPr sz="1875" b="0">
                <a:solidFill>
                  <a:srgbClr val="556174"/>
                </a:solidFill>
                <a:latin typeface="Microsoft YaHei"/>
                <a:ea typeface="Microsoft YaHei"/>
                <a:cs typeface="Microsoft YaHei"/>
              </a:rPr>
              <a:t>按专业和资格类别参加相应考试</a:t>
            </a:r>
          </a:p>
        </p:txBody>
      </p:sp>
      <p:sp>
        <p:nvSpPr>
          <p:cNvPr id="16" name="text-14">
            <a:extLst xmlns:a="http://schemas.openxmlformats.org/drawingml/2006/main">
              <a:ext uri="{FF2B5EF4-FFF2-40B4-BE49-F238E27FC236}">
                <a16:creationId xmlns:a16="http://schemas.microsoft.com/office/drawing/2014/main" id="{56BBC3C8-F018-4D35-8F19-E9FA1E382261}"/>
              </a:ext>
            </a:extLst>
          </p:cNvPr>
          <p:cNvSpPr>
            <a:spLocks xmlns:a="http://schemas.openxmlformats.org/drawingml/2006/main" noGrp="1"/>
          </p:cNvSpPr>
          <p:nvPr/>
        </p:nvSpPr>
        <p:spPr>
          <a:xfrm xmlns:a="http://schemas.openxmlformats.org/drawingml/2006/main">
            <a:off x="609600" y="4200525"/>
            <a:ext cx="590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A0000"/>
                </a:solidFill>
                <a:latin typeface="Microsoft YaHei"/>
                <a:ea typeface="Microsoft YaHei"/>
                <a:cs typeface="Microsoft YaHei"/>
              </a:defRPr>
            </a:defPPr>
          </a:lstStyle>
          <a:p xmlns:a="http://schemas.openxmlformats.org/drawingml/2006/main">
            <a:pPr algn="l">
              <a:defRPr sz="2325" b="1">
                <a:solidFill>
                  <a:srgbClr val="AA0000"/>
                </a:solidFill>
                <a:latin typeface="Microsoft YaHei"/>
                <a:ea typeface="Microsoft YaHei"/>
                <a:cs typeface="Microsoft YaHei"/>
              </a:defRPr>
            </a:pPr>
            <a:r>
              <a:rPr sz="2325" b="1">
                <a:solidFill>
                  <a:srgbClr val="AA0000"/>
                </a:solidFill>
                <a:latin typeface="Microsoft YaHei"/>
                <a:ea typeface="Microsoft YaHei"/>
                <a:cs typeface="Microsoft YaHei"/>
              </a:rPr>
              <a:t>04</a:t>
            </a:r>
          </a:p>
        </p:txBody>
      </p:sp>
      <p:sp>
        <p:nvSpPr>
          <p:cNvPr id="17" name="text-15">
            <a:extLst xmlns:a="http://schemas.openxmlformats.org/drawingml/2006/main">
              <a:ext uri="{FF2B5EF4-FFF2-40B4-BE49-F238E27FC236}">
                <a16:creationId xmlns:a16="http://schemas.microsoft.com/office/drawing/2014/main" id="{30045D39-CAC8-4790-844E-FE8764AC552E}"/>
              </a:ext>
            </a:extLst>
          </p:cNvPr>
          <p:cNvSpPr>
            <a:spLocks xmlns:a="http://schemas.openxmlformats.org/drawingml/2006/main" noGrp="1"/>
          </p:cNvSpPr>
          <p:nvPr/>
        </p:nvSpPr>
        <p:spPr>
          <a:xfrm xmlns:a="http://schemas.openxmlformats.org/drawingml/2006/main">
            <a:off x="1485900" y="4200525"/>
            <a:ext cx="2505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43B"/>
                </a:solidFill>
                <a:latin typeface="Microsoft YaHei"/>
                <a:ea typeface="Microsoft YaHei"/>
                <a:cs typeface="Microsoft YaHei"/>
              </a:defRPr>
            </a:defPPr>
          </a:lstStyle>
          <a:p xmlns:a="http://schemas.openxmlformats.org/drawingml/2006/main">
            <a:pPr algn="l">
              <a:defRPr sz="2100" b="1">
                <a:solidFill>
                  <a:srgbClr val="17243B"/>
                </a:solidFill>
                <a:latin typeface="Microsoft YaHei"/>
                <a:ea typeface="Microsoft YaHei"/>
                <a:cs typeface="Microsoft YaHei"/>
              </a:defRPr>
            </a:pPr>
            <a:r>
              <a:rPr sz="2100" b="1">
                <a:solidFill>
                  <a:srgbClr val="17243B"/>
                </a:solidFill>
                <a:latin typeface="Microsoft YaHei"/>
                <a:ea typeface="Microsoft YaHei"/>
                <a:cs typeface="Microsoft YaHei"/>
              </a:rPr>
              <a:t>注册执业</a:t>
            </a:r>
          </a:p>
        </p:txBody>
      </p:sp>
      <p:sp>
        <p:nvSpPr>
          <p:cNvPr id="18" name="text-16">
            <a:extLst xmlns:a="http://schemas.openxmlformats.org/drawingml/2006/main">
              <a:ext uri="{FF2B5EF4-FFF2-40B4-BE49-F238E27FC236}">
                <a16:creationId xmlns:a16="http://schemas.microsoft.com/office/drawing/2014/main" id="{8D16F731-CA34-4DDE-89AF-0FA69816D559}"/>
              </a:ext>
            </a:extLst>
          </p:cNvPr>
          <p:cNvSpPr>
            <a:spLocks xmlns:a="http://schemas.openxmlformats.org/drawingml/2006/main" noGrp="1"/>
          </p:cNvSpPr>
          <p:nvPr/>
        </p:nvSpPr>
        <p:spPr>
          <a:xfrm xmlns:a="http://schemas.openxmlformats.org/drawingml/2006/main">
            <a:off x="4333875" y="4200525"/>
            <a:ext cx="7067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6174"/>
                </a:solidFill>
                <a:latin typeface="Microsoft YaHei"/>
                <a:ea typeface="Microsoft YaHei"/>
                <a:cs typeface="Microsoft YaHei"/>
              </a:defRPr>
            </a:defPPr>
          </a:lstStyle>
          <a:p xmlns:a="http://schemas.openxmlformats.org/drawingml/2006/main">
            <a:pPr algn="l">
              <a:defRPr sz="1875" b="0">
                <a:solidFill>
                  <a:srgbClr val="556174"/>
                </a:solidFill>
                <a:latin typeface="Microsoft YaHei"/>
                <a:ea typeface="Microsoft YaHei"/>
                <a:cs typeface="Microsoft YaHei"/>
              </a:defRPr>
            </a:pPr>
            <a:r>
              <a:rPr sz="1875" b="0">
                <a:solidFill>
                  <a:srgbClr val="556174"/>
                </a:solidFill>
                <a:latin typeface="Microsoft YaHei"/>
                <a:ea typeface="Microsoft YaHei"/>
                <a:cs typeface="Microsoft YaHei"/>
              </a:rPr>
              <a:t>在核定范围内执业并承担责任</a:t>
            </a:r>
          </a:p>
        </p:txBody>
      </p:sp>
      <p:sp>
        <p:nvSpPr>
          <p:cNvPr id="19" name="text-17">
            <a:extLst xmlns:a="http://schemas.openxmlformats.org/drawingml/2006/main">
              <a:ext uri="{FF2B5EF4-FFF2-40B4-BE49-F238E27FC236}">
                <a16:creationId xmlns:a16="http://schemas.microsoft.com/office/drawing/2014/main" id="{F873F771-0125-4B8E-9E51-68CBE241B36B}"/>
              </a:ext>
            </a:extLst>
          </p:cNvPr>
          <p:cNvSpPr>
            <a:spLocks xmlns:a="http://schemas.openxmlformats.org/drawingml/2006/main" noGrp="1"/>
          </p:cNvSpPr>
          <p:nvPr/>
        </p:nvSpPr>
        <p:spPr>
          <a:xfrm xmlns:a="http://schemas.openxmlformats.org/drawingml/2006/main">
            <a:off x="609600" y="4876800"/>
            <a:ext cx="590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A0000"/>
                </a:solidFill>
                <a:latin typeface="Microsoft YaHei"/>
                <a:ea typeface="Microsoft YaHei"/>
                <a:cs typeface="Microsoft YaHei"/>
              </a:defRPr>
            </a:defPPr>
          </a:lstStyle>
          <a:p xmlns:a="http://schemas.openxmlformats.org/drawingml/2006/main">
            <a:pPr algn="l">
              <a:defRPr sz="2325" b="1">
                <a:solidFill>
                  <a:srgbClr val="AA0000"/>
                </a:solidFill>
                <a:latin typeface="Microsoft YaHei"/>
                <a:ea typeface="Microsoft YaHei"/>
                <a:cs typeface="Microsoft YaHei"/>
              </a:defRPr>
            </a:pPr>
            <a:r>
              <a:rPr sz="2325" b="1">
                <a:solidFill>
                  <a:srgbClr val="AA0000"/>
                </a:solidFill>
                <a:latin typeface="Microsoft YaHei"/>
                <a:ea typeface="Microsoft YaHei"/>
                <a:cs typeface="Microsoft YaHei"/>
              </a:rPr>
              <a:t>05</a:t>
            </a:r>
          </a:p>
        </p:txBody>
      </p:sp>
      <p:sp>
        <p:nvSpPr>
          <p:cNvPr id="20" name="text-18">
            <a:extLst xmlns:a="http://schemas.openxmlformats.org/drawingml/2006/main">
              <a:ext uri="{FF2B5EF4-FFF2-40B4-BE49-F238E27FC236}">
                <a16:creationId xmlns:a16="http://schemas.microsoft.com/office/drawing/2014/main" id="{E9D5228E-92DA-43EE-90F4-5A465D083534}"/>
              </a:ext>
            </a:extLst>
          </p:cNvPr>
          <p:cNvSpPr>
            <a:spLocks xmlns:a="http://schemas.openxmlformats.org/drawingml/2006/main" noGrp="1"/>
          </p:cNvSpPr>
          <p:nvPr/>
        </p:nvSpPr>
        <p:spPr>
          <a:xfrm xmlns:a="http://schemas.openxmlformats.org/drawingml/2006/main">
            <a:off x="1485900" y="4876800"/>
            <a:ext cx="25050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243B"/>
                </a:solidFill>
                <a:latin typeface="Microsoft YaHei"/>
                <a:ea typeface="Microsoft YaHei"/>
                <a:cs typeface="Microsoft YaHei"/>
              </a:defRPr>
            </a:defPPr>
          </a:lstStyle>
          <a:p xmlns:a="http://schemas.openxmlformats.org/drawingml/2006/main">
            <a:pPr algn="l">
              <a:defRPr sz="2100" b="1">
                <a:solidFill>
                  <a:srgbClr val="17243B"/>
                </a:solidFill>
                <a:latin typeface="Microsoft YaHei"/>
                <a:ea typeface="Microsoft YaHei"/>
                <a:cs typeface="Microsoft YaHei"/>
              </a:defRPr>
            </a:pPr>
            <a:r>
              <a:rPr sz="2100" b="1">
                <a:solidFill>
                  <a:srgbClr val="17243B"/>
                </a:solidFill>
                <a:latin typeface="Microsoft YaHei"/>
                <a:ea typeface="Microsoft YaHei"/>
                <a:cs typeface="Microsoft YaHei"/>
              </a:rPr>
              <a:t>继续教育</a:t>
            </a:r>
          </a:p>
        </p:txBody>
      </p:sp>
      <p:sp>
        <p:nvSpPr>
          <p:cNvPr id="21" name="text-19">
            <a:extLst xmlns:a="http://schemas.openxmlformats.org/drawingml/2006/main">
              <a:ext uri="{FF2B5EF4-FFF2-40B4-BE49-F238E27FC236}">
                <a16:creationId xmlns:a16="http://schemas.microsoft.com/office/drawing/2014/main" id="{F998AC2A-E74F-4789-AC7D-3A08253C5C3B}"/>
              </a:ext>
            </a:extLst>
          </p:cNvPr>
          <p:cNvSpPr>
            <a:spLocks xmlns:a="http://schemas.openxmlformats.org/drawingml/2006/main" noGrp="1"/>
          </p:cNvSpPr>
          <p:nvPr/>
        </p:nvSpPr>
        <p:spPr>
          <a:xfrm xmlns:a="http://schemas.openxmlformats.org/drawingml/2006/main">
            <a:off x="4333875" y="4876800"/>
            <a:ext cx="7067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56174"/>
                </a:solidFill>
                <a:latin typeface="Microsoft YaHei"/>
                <a:ea typeface="Microsoft YaHei"/>
                <a:cs typeface="Microsoft YaHei"/>
              </a:defRPr>
            </a:defPPr>
          </a:lstStyle>
          <a:p xmlns:a="http://schemas.openxmlformats.org/drawingml/2006/main">
            <a:pPr algn="l">
              <a:defRPr sz="1875" b="0">
                <a:solidFill>
                  <a:srgbClr val="556174"/>
                </a:solidFill>
                <a:latin typeface="Microsoft YaHei"/>
                <a:ea typeface="Microsoft YaHei"/>
                <a:cs typeface="Microsoft YaHei"/>
              </a:defRPr>
            </a:pPr>
            <a:r>
              <a:rPr sz="1875" b="0">
                <a:solidFill>
                  <a:srgbClr val="556174"/>
                </a:solidFill>
                <a:latin typeface="Microsoft YaHei"/>
                <a:ea typeface="Microsoft YaHei"/>
                <a:cs typeface="Microsoft YaHei"/>
              </a:rPr>
              <a:t>更新知识与能力，满足持续执业要求</a:t>
            </a:r>
          </a:p>
        </p:txBody>
      </p:sp>
      <p:sp>
        <p:nvSpPr>
          <p:cNvPr id="22" name="takeaway">
            <a:extLst xmlns:a="http://schemas.openxmlformats.org/drawingml/2006/main">
              <a:ext uri="{FF2B5EF4-FFF2-40B4-BE49-F238E27FC236}">
                <a16:creationId xmlns:a16="http://schemas.microsoft.com/office/drawing/2014/main" id="{A4E7A554-33E7-448F-9A3A-9EAD780244D9}"/>
              </a:ext>
            </a:extLst>
          </p:cNvPr>
          <p:cNvSpPr>
            <a:spLocks xmlns:a="http://schemas.openxmlformats.org/drawingml/2006/main" noGrp="1"/>
          </p:cNvSpPr>
          <p:nvPr/>
        </p:nvSpPr>
        <p:spPr>
          <a:xfrm xmlns:a="http://schemas.openxmlformats.org/drawingml/2006/main">
            <a:off x="609600" y="581025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具体准入、考试与注册要求因专业和资格类别而异。</a:t>
            </a:r>
          </a:p>
        </p:txBody>
      </p:sp>
    </p:spTree>
    <p:extLst>
      <p:ext uri="{BB962C8B-B14F-4D97-AF65-F5344CB8AC3E}">
        <p14:creationId xmlns:p14="http://schemas.microsoft.com/office/powerpoint/2010/main" val="15039176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314613A0-0CDD-478B-B273-327CEC2D827D}"/>
              </a:ext>
            </a:extLst>
          </p:cNvPr>
          <p:cNvPicPr>
            <a:picLocks xmlns:a="http://schemas.openxmlformats.org/drawingml/2006/main" noChangeAspect="1"/>
          </p:cNvPicPr>
          <p:nvPr/>
        </p:nvPicPr>
        <p:blipFill>
          <a:blip xmlns:r="http://schemas.openxmlformats.org/officeDocument/2006/relationships" xmlns:a="http://schemas.openxmlformats.org/drawingml/2006/main" r:embed="Rf54e0351c9e448cb"/>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38CC31EE-CDAA-4105-B79A-71CD833506C7}"/>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4F79CE2B-306A-4EAE-BED7-2D8A1F6EEA31}"/>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第一讲</a:t>
            </a:r>
          </a:p>
        </p:txBody>
      </p:sp>
      <p:sp>
        <p:nvSpPr>
          <p:cNvPr id="4" name="slide-title">
            <a:extLst xmlns:a="http://schemas.openxmlformats.org/drawingml/2006/main">
              <a:ext uri="{FF2B5EF4-FFF2-40B4-BE49-F238E27FC236}">
                <a16:creationId xmlns:a16="http://schemas.microsoft.com/office/drawing/2014/main" id="{7BD334DA-E1D2-4BEC-976E-D4AEAD7034B6}"/>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尖扎大桥事故中的安全防线</a:t>
            </a:r>
          </a:p>
        </p:txBody>
      </p:sp>
      <p:sp>
        <p:nvSpPr>
          <p:cNvPr id="5" name="footer">
            <a:extLst xmlns:a="http://schemas.openxmlformats.org/drawingml/2006/main">
              <a:ext uri="{FF2B5EF4-FFF2-40B4-BE49-F238E27FC236}">
                <a16:creationId xmlns:a16="http://schemas.microsoft.com/office/drawing/2014/main" id="{326DCE63-46C7-467B-BB2A-5F1E182266FC}"/>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24544636-3885-4A05-904D-73D666E521BB}"/>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06 / 22</a:t>
            </a:r>
          </a:p>
        </p:txBody>
      </p:sp>
      <p:sp>
        <p:nvSpPr>
          <p:cNvPr id="7" name="source-line">
            <a:extLst xmlns:a="http://schemas.openxmlformats.org/drawingml/2006/main">
              <a:ext uri="{FF2B5EF4-FFF2-40B4-BE49-F238E27FC236}">
                <a16:creationId xmlns:a16="http://schemas.microsoft.com/office/drawing/2014/main" id="{43DB1B50-9DDB-4A6D-B97B-B649AE3944E5}"/>
              </a:ext>
            </a:extLst>
          </p:cNvPr>
          <p:cNvSpPr>
            <a:spLocks xmlns:a="http://schemas.openxmlformats.org/drawingml/2006/main" noGrp="1"/>
          </p:cNvSpPr>
          <p:nvPr/>
        </p:nvSpPr>
        <p:spPr>
          <a:xfrm xmlns:a="http://schemas.openxmlformats.org/drawingml/2006/main">
            <a:off x="609600" y="6143625"/>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来源：官方事故调查报告，2026年4月公布</a:t>
            </a:r>
          </a:p>
        </p:txBody>
      </p:sp>
      <p:sp>
        <p:nvSpPr>
          <p:cNvPr id="8" name="text-6">
            <a:extLst xmlns:a="http://schemas.openxmlformats.org/drawingml/2006/main">
              <a:ext uri="{FF2B5EF4-FFF2-40B4-BE49-F238E27FC236}">
                <a16:creationId xmlns:a16="http://schemas.microsoft.com/office/drawing/2014/main" id="{EA374069-77A7-458B-9883-FD2E11C0B622}"/>
              </a:ext>
            </a:extLst>
          </p:cNvPr>
          <p:cNvSpPr>
            <a:spLocks xmlns:a="http://schemas.openxmlformats.org/drawingml/2006/main" noGrp="1"/>
          </p:cNvSpPr>
          <p:nvPr/>
        </p:nvSpPr>
        <p:spPr>
          <a:xfrm xmlns:a="http://schemas.openxmlformats.org/drawingml/2006/main">
            <a:off x="609600" y="2095500"/>
            <a:ext cx="104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AA0000"/>
                </a:solidFill>
                <a:latin typeface="Microsoft YaHei"/>
                <a:ea typeface="Microsoft YaHei"/>
                <a:cs typeface="Microsoft YaHei"/>
              </a:defRPr>
            </a:defPPr>
          </a:lstStyle>
          <a:p xmlns:a="http://schemas.openxmlformats.org/drawingml/2006/main">
            <a:pPr algn="l">
              <a:defRPr sz="4875" b="1">
                <a:solidFill>
                  <a:srgbClr val="AA0000"/>
                </a:solidFill>
                <a:latin typeface="Microsoft YaHei"/>
                <a:ea typeface="Microsoft YaHei"/>
                <a:cs typeface="Microsoft YaHei"/>
              </a:defRPr>
            </a:pPr>
            <a:r>
              <a:rPr sz="4875" b="1">
                <a:solidFill>
                  <a:srgbClr val="AA0000"/>
                </a:solidFill>
                <a:latin typeface="Microsoft YaHei"/>
                <a:ea typeface="Microsoft YaHei"/>
                <a:cs typeface="Microsoft YaHei"/>
              </a:rPr>
              <a:t>13</a:t>
            </a:r>
          </a:p>
        </p:txBody>
      </p:sp>
      <p:sp>
        <p:nvSpPr>
          <p:cNvPr id="9" name="text-7">
            <a:extLst xmlns:a="http://schemas.openxmlformats.org/drawingml/2006/main">
              <a:ext uri="{FF2B5EF4-FFF2-40B4-BE49-F238E27FC236}">
                <a16:creationId xmlns:a16="http://schemas.microsoft.com/office/drawing/2014/main" id="{41B4F03B-C4C1-4267-B01C-0254794CDBE7}"/>
              </a:ext>
            </a:extLst>
          </p:cNvPr>
          <p:cNvSpPr>
            <a:spLocks xmlns:a="http://schemas.openxmlformats.org/drawingml/2006/main" noGrp="1"/>
          </p:cNvSpPr>
          <p:nvPr/>
        </p:nvSpPr>
        <p:spPr>
          <a:xfrm xmlns:a="http://schemas.openxmlformats.org/drawingml/2006/main">
            <a:off x="1743075" y="2352675"/>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43B"/>
                </a:solidFill>
                <a:latin typeface="Microsoft YaHei"/>
                <a:ea typeface="Microsoft YaHei"/>
                <a:cs typeface="Microsoft YaHei"/>
              </a:defRPr>
            </a:defPPr>
          </a:lstStyle>
          <a:p xmlns:a="http://schemas.openxmlformats.org/drawingml/2006/main">
            <a:pPr algn="l">
              <a:defRPr sz="1950" b="0">
                <a:solidFill>
                  <a:srgbClr val="17243B"/>
                </a:solidFill>
                <a:latin typeface="Microsoft YaHei"/>
                <a:ea typeface="Microsoft YaHei"/>
                <a:cs typeface="Microsoft YaHei"/>
              </a:defRPr>
            </a:pPr>
            <a:r>
              <a:rPr sz="1950" b="0">
                <a:solidFill>
                  <a:srgbClr val="17243B"/>
                </a:solidFill>
                <a:latin typeface="Microsoft YaHei"/>
                <a:ea typeface="Microsoft YaHei"/>
                <a:cs typeface="Microsoft YaHei"/>
              </a:rPr>
              <a:t>人死亡</a:t>
            </a:r>
          </a:p>
        </p:txBody>
      </p:sp>
      <p:sp>
        <p:nvSpPr>
          <p:cNvPr id="10" name="text-8">
            <a:extLst xmlns:a="http://schemas.openxmlformats.org/drawingml/2006/main">
              <a:ext uri="{FF2B5EF4-FFF2-40B4-BE49-F238E27FC236}">
                <a16:creationId xmlns:a16="http://schemas.microsoft.com/office/drawing/2014/main" id="{ED5F0FC8-6655-4470-97F2-06FD74455CC4}"/>
              </a:ext>
            </a:extLst>
          </p:cNvPr>
          <p:cNvSpPr>
            <a:spLocks xmlns:a="http://schemas.openxmlformats.org/drawingml/2006/main" noGrp="1"/>
          </p:cNvSpPr>
          <p:nvPr/>
        </p:nvSpPr>
        <p:spPr>
          <a:xfrm xmlns:a="http://schemas.openxmlformats.org/drawingml/2006/main">
            <a:off x="3086100" y="2095500"/>
            <a:ext cx="104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75" b="1">
                <a:solidFill>
                  <a:srgbClr val="AA0000"/>
                </a:solidFill>
                <a:latin typeface="Microsoft YaHei"/>
                <a:ea typeface="Microsoft YaHei"/>
                <a:cs typeface="Microsoft YaHei"/>
              </a:defRPr>
            </a:defPPr>
          </a:lstStyle>
          <a:p xmlns:a="http://schemas.openxmlformats.org/drawingml/2006/main">
            <a:pPr algn="l">
              <a:defRPr sz="4875" b="1">
                <a:solidFill>
                  <a:srgbClr val="AA0000"/>
                </a:solidFill>
                <a:latin typeface="Microsoft YaHei"/>
                <a:ea typeface="Microsoft YaHei"/>
                <a:cs typeface="Microsoft YaHei"/>
              </a:defRPr>
            </a:pPr>
            <a:r>
              <a:rPr sz="4875" b="1">
                <a:solidFill>
                  <a:srgbClr val="AA0000"/>
                </a:solidFill>
                <a:latin typeface="Microsoft YaHei"/>
                <a:ea typeface="Microsoft YaHei"/>
                <a:cs typeface="Microsoft YaHei"/>
              </a:rPr>
              <a:t>3</a:t>
            </a:r>
          </a:p>
        </p:txBody>
      </p:sp>
      <p:sp>
        <p:nvSpPr>
          <p:cNvPr id="11" name="text-9">
            <a:extLst xmlns:a="http://schemas.openxmlformats.org/drawingml/2006/main">
              <a:ext uri="{FF2B5EF4-FFF2-40B4-BE49-F238E27FC236}">
                <a16:creationId xmlns:a16="http://schemas.microsoft.com/office/drawing/2014/main" id="{6344F5C7-BAF1-4585-A7AB-11C1D482388F}"/>
              </a:ext>
            </a:extLst>
          </p:cNvPr>
          <p:cNvSpPr>
            <a:spLocks xmlns:a="http://schemas.openxmlformats.org/drawingml/2006/main" noGrp="1"/>
          </p:cNvSpPr>
          <p:nvPr/>
        </p:nvSpPr>
        <p:spPr>
          <a:xfrm xmlns:a="http://schemas.openxmlformats.org/drawingml/2006/main">
            <a:off x="4219575" y="2352675"/>
            <a:ext cx="152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43B"/>
                </a:solidFill>
                <a:latin typeface="Microsoft YaHei"/>
                <a:ea typeface="Microsoft YaHei"/>
                <a:cs typeface="Microsoft YaHei"/>
              </a:defRPr>
            </a:defPPr>
          </a:lstStyle>
          <a:p xmlns:a="http://schemas.openxmlformats.org/drawingml/2006/main">
            <a:pPr algn="l">
              <a:defRPr sz="1950" b="0">
                <a:solidFill>
                  <a:srgbClr val="17243B"/>
                </a:solidFill>
                <a:latin typeface="Microsoft YaHei"/>
                <a:ea typeface="Microsoft YaHei"/>
                <a:cs typeface="Microsoft YaHei"/>
              </a:defRPr>
            </a:pPr>
            <a:r>
              <a:rPr sz="1950" b="0">
                <a:solidFill>
                  <a:srgbClr val="17243B"/>
                </a:solidFill>
                <a:latin typeface="Microsoft YaHei"/>
                <a:ea typeface="Microsoft YaHei"/>
                <a:cs typeface="Microsoft YaHei"/>
              </a:rPr>
              <a:t>人失联</a:t>
            </a:r>
          </a:p>
        </p:txBody>
      </p:sp>
      <p:sp>
        <p:nvSpPr>
          <p:cNvPr id="12" name="text-10">
            <a:extLst xmlns:a="http://schemas.openxmlformats.org/drawingml/2006/main">
              <a:ext uri="{FF2B5EF4-FFF2-40B4-BE49-F238E27FC236}">
                <a16:creationId xmlns:a16="http://schemas.microsoft.com/office/drawing/2014/main" id="{74D2941E-A74B-4BFD-A9CC-20019DE614B5}"/>
              </a:ext>
            </a:extLst>
          </p:cNvPr>
          <p:cNvSpPr>
            <a:spLocks xmlns:a="http://schemas.openxmlformats.org/drawingml/2006/main" noGrp="1"/>
          </p:cNvSpPr>
          <p:nvPr/>
        </p:nvSpPr>
        <p:spPr>
          <a:xfrm xmlns:a="http://schemas.openxmlformats.org/drawingml/2006/main">
            <a:off x="609600" y="3333750"/>
            <a:ext cx="7258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2025年8月22日，施工项目发生重大垮塌</a:t>
            </a:r>
          </a:p>
        </p:txBody>
      </p:sp>
      <p:sp>
        <p:nvSpPr>
          <p:cNvPr id="13" name="text-11">
            <a:extLst xmlns:a="http://schemas.openxmlformats.org/drawingml/2006/main">
              <a:ext uri="{FF2B5EF4-FFF2-40B4-BE49-F238E27FC236}">
                <a16:creationId xmlns:a16="http://schemas.microsoft.com/office/drawing/2014/main" id="{9D741E01-DC2A-4FA9-839C-136D9BB72609}"/>
              </a:ext>
            </a:extLst>
          </p:cNvPr>
          <p:cNvSpPr>
            <a:spLocks xmlns:a="http://schemas.openxmlformats.org/drawingml/2006/main" noGrp="1"/>
          </p:cNvSpPr>
          <p:nvPr/>
        </p:nvSpPr>
        <p:spPr>
          <a:xfrm xmlns:a="http://schemas.openxmlformats.org/drawingml/2006/main">
            <a:off x="609600" y="3971925"/>
            <a:ext cx="7258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劣质螺栓承载能力较国标总体下降约41%</a:t>
            </a:r>
          </a:p>
        </p:txBody>
      </p:sp>
      <p:sp>
        <p:nvSpPr>
          <p:cNvPr id="14" name="text-12">
            <a:extLst xmlns:a="http://schemas.openxmlformats.org/drawingml/2006/main">
              <a:ext uri="{FF2B5EF4-FFF2-40B4-BE49-F238E27FC236}">
                <a16:creationId xmlns:a16="http://schemas.microsoft.com/office/drawing/2014/main" id="{7BAECAE2-DCFE-4702-BB98-3D99970A5A35}"/>
              </a:ext>
            </a:extLst>
          </p:cNvPr>
          <p:cNvSpPr>
            <a:spLocks xmlns:a="http://schemas.openxmlformats.org/drawingml/2006/main" noGrp="1"/>
          </p:cNvSpPr>
          <p:nvPr/>
        </p:nvSpPr>
        <p:spPr>
          <a:xfrm xmlns:a="http://schemas.openxmlformats.org/drawingml/2006/main">
            <a:off x="609600" y="4610100"/>
            <a:ext cx="7258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分配梁制作安装质量不合要求，验收流于形式</a:t>
            </a:r>
          </a:p>
        </p:txBody>
      </p:sp>
      <p:sp>
        <p:nvSpPr>
          <p:cNvPr id="15" name="text-13">
            <a:extLst xmlns:a="http://schemas.openxmlformats.org/drawingml/2006/main">
              <a:ext uri="{FF2B5EF4-FFF2-40B4-BE49-F238E27FC236}">
                <a16:creationId xmlns:a16="http://schemas.microsoft.com/office/drawing/2014/main" id="{582A70C7-17BF-423F-B1E1-4418A4D3FBE4}"/>
              </a:ext>
            </a:extLst>
          </p:cNvPr>
          <p:cNvSpPr>
            <a:spLocks xmlns:a="http://schemas.openxmlformats.org/drawingml/2006/main" noGrp="1"/>
          </p:cNvSpPr>
          <p:nvPr/>
        </p:nvSpPr>
        <p:spPr>
          <a:xfrm xmlns:a="http://schemas.openxmlformats.org/drawingml/2006/main">
            <a:off x="609600" y="5248275"/>
            <a:ext cx="7258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建设、设计、监理、监控及监管环节存在失职</a:t>
            </a:r>
          </a:p>
        </p:txBody>
      </p:sp>
      <p:pic>
        <p:nvPicPr>
          <p:cNvPr id="16" name="">
            <a:extLst xmlns:a="http://schemas.openxmlformats.org/drawingml/2006/main">
              <a:ext uri="{FF2B5EF4-FFF2-40B4-BE49-F238E27FC236}">
                <a16:creationId xmlns:a16="http://schemas.microsoft.com/office/drawing/2014/main" id="{04F8AA0F-C407-446E-A63F-098AE29E05D6}"/>
              </a:ext>
            </a:extLst>
          </p:cNvPr>
          <p:cNvPicPr>
            <a:picLocks xmlns:a="http://schemas.openxmlformats.org/drawingml/2006/main" noChangeAspect="1"/>
          </p:cNvPicPr>
          <p:nvPr/>
        </p:nvPicPr>
        <p:blipFill>
          <a:blip xmlns:r="http://schemas.openxmlformats.org/officeDocument/2006/relationships" xmlns:a="http://schemas.openxmlformats.org/drawingml/2006/main" r:embed="R9c3c6101cf7a4300"/>
          <a:stretch xmlns:a="http://schemas.openxmlformats.org/drawingml/2006/main"/>
        </p:blipFill>
        <p:spPr>
          <a:xfrm xmlns:a="http://schemas.openxmlformats.org/drawingml/2006/main">
            <a:off x="8296275" y="2494359"/>
            <a:ext cx="3152775" cy="2364581"/>
          </a:xfrm>
          <a:prstGeom xmlns:a="http://schemas.openxmlformats.org/drawingml/2006/main" prst="rect">
            <a:avLst/>
          </a:prstGeom>
        </p:spPr>
      </p:pic>
      <p:sp>
        <p:nvSpPr>
          <p:cNvPr id="17" name="text-14">
            <a:extLst xmlns:a="http://schemas.openxmlformats.org/drawingml/2006/main">
              <a:ext uri="{FF2B5EF4-FFF2-40B4-BE49-F238E27FC236}">
                <a16:creationId xmlns:a16="http://schemas.microsoft.com/office/drawing/2014/main" id="{A1922931-B016-4B32-B393-2154942BD0D4}"/>
              </a:ext>
            </a:extLst>
          </p:cNvPr>
          <p:cNvSpPr>
            <a:spLocks xmlns:a="http://schemas.openxmlformats.org/drawingml/2006/main" noGrp="1"/>
          </p:cNvSpPr>
          <p:nvPr/>
        </p:nvSpPr>
        <p:spPr>
          <a:xfrm xmlns:a="http://schemas.openxmlformats.org/drawingml/2006/main">
            <a:off x="8296275" y="5038725"/>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原课件场景配图</a:t>
            </a:r>
          </a:p>
        </p:txBody>
      </p:sp>
    </p:spTree>
    <p:extLst>
      <p:ext uri="{BB962C8B-B14F-4D97-AF65-F5344CB8AC3E}">
        <p14:creationId xmlns:p14="http://schemas.microsoft.com/office/powerpoint/2010/main" val="2725759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585F21C-43B1-4F65-A360-BCCE888D04B5}"/>
              </a:ext>
            </a:extLst>
          </p:cNvPr>
          <p:cNvPicPr>
            <a:picLocks xmlns:a="http://schemas.openxmlformats.org/drawingml/2006/main" noChangeAspect="1"/>
          </p:cNvPicPr>
          <p:nvPr/>
        </p:nvPicPr>
        <p:blipFill>
          <a:blip xmlns:r="http://schemas.openxmlformats.org/officeDocument/2006/relationships" xmlns:a="http://schemas.openxmlformats.org/drawingml/2006/main" r:embed="R6de8e62643364bf2"/>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10885725-0544-4F31-9DC4-2C275624BB44}"/>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23D03AA2-138E-41BB-B4F4-22B2A573AABF}"/>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第一讲</a:t>
            </a:r>
          </a:p>
        </p:txBody>
      </p:sp>
      <p:sp>
        <p:nvSpPr>
          <p:cNvPr id="4" name="slide-title">
            <a:extLst xmlns:a="http://schemas.openxmlformats.org/drawingml/2006/main">
              <a:ext uri="{FF2B5EF4-FFF2-40B4-BE49-F238E27FC236}">
                <a16:creationId xmlns:a16="http://schemas.microsoft.com/office/drawing/2014/main" id="{17570E85-3257-4BBB-A04B-D2AA4ED975FD}"/>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职责链中的信息与行动</a:t>
            </a:r>
          </a:p>
        </p:txBody>
      </p:sp>
      <p:sp>
        <p:nvSpPr>
          <p:cNvPr id="5" name="footer">
            <a:extLst xmlns:a="http://schemas.openxmlformats.org/drawingml/2006/main">
              <a:ext uri="{FF2B5EF4-FFF2-40B4-BE49-F238E27FC236}">
                <a16:creationId xmlns:a16="http://schemas.microsoft.com/office/drawing/2014/main" id="{095D3F3A-8254-4CD5-BD5A-C5D1058C7CA5}"/>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F66A0991-56BF-4FE2-9B2E-46ABCF19A989}"/>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07 / 22</a:t>
            </a:r>
          </a:p>
        </p:txBody>
      </p:sp>
      <p:sp>
        <p:nvSpPr>
          <p:cNvPr id="7" name="source-line">
            <a:extLst xmlns:a="http://schemas.openxmlformats.org/drawingml/2006/main">
              <a:ext uri="{FF2B5EF4-FFF2-40B4-BE49-F238E27FC236}">
                <a16:creationId xmlns:a16="http://schemas.microsoft.com/office/drawing/2014/main" id="{8C40070D-EFB4-4CB8-B7AC-4180D035FF43}"/>
              </a:ext>
            </a:extLst>
          </p:cNvPr>
          <p:cNvSpPr>
            <a:spLocks xmlns:a="http://schemas.openxmlformats.org/drawingml/2006/main" noGrp="1"/>
          </p:cNvSpPr>
          <p:nvPr/>
        </p:nvSpPr>
        <p:spPr>
          <a:xfrm xmlns:a="http://schemas.openxmlformats.org/drawingml/2006/main">
            <a:off x="609600" y="6143625"/>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事实依据：事故调查报告；职责分析为课堂归纳</a:t>
            </a:r>
          </a:p>
        </p:txBody>
      </p:sp>
      <p:graphicFrame>
        <p:nvGraphicFramePr>
          <p:cNvPr id="8" name="">
            <a:extLst xmlns:a="http://schemas.openxmlformats.org/drawingml/2006/main">
              <a:ext uri="{FF2B5EF4-FFF2-40B4-BE49-F238E27FC236}">
                <a16:creationId xmlns:a16="http://schemas.microsoft.com/office/drawing/2014/main" id="{416681ED-6142-4B14-AB51-98A7FAC2CBF7}"/>
              </a:ext>
            </a:extLst>
          </p:cNvPr>
          <p:cNvGraphicFramePr/>
          <p:nvPr/>
        </p:nvGraphicFramePr>
        <p:xfrm>
          <a:off xmlns:a="http://schemas.openxmlformats.org/drawingml/2006/main" x="609600" y="2124075"/>
          <a:ext xmlns:a="http://schemas.openxmlformats.org/drawingml/2006/main" cx="10668000" cy="3476625"/>
        </p:xfrm>
        <a:graphic xmlns:a="http://schemas.openxmlformats.org/drawingml/2006/main">
          <a:graphicData uri="http://schemas.openxmlformats.org/drawingml/2006/table">
            <a:tbl>
              <a:tblPr/>
              <a:tblGrid>
                <a:gridCol w="1714500"/>
                <a:gridCol w="3143250"/>
                <a:gridCol w="5810250"/>
              </a:tblGrid>
              <a:tr h="579438">
                <a:tc>
                  <a:txBody>
                    <a:bodyPr lIns="95250" tIns="95250" rIns="95250" bIns="95250">
                      <a:noAutofit/>
                    </a:bodyPr>
                    <a:lstStyle/>
                    <a:p>
                      <a:r>
                        <a:rPr sz="1650" b="1">
                          <a:solidFill>
                            <a:srgbClr val="FFFFFF"/>
                          </a:solidFill>
                          <a:latin typeface="Microsoft YaHei"/>
                          <a:ea typeface="Microsoft YaHei"/>
                          <a:cs typeface="Microsoft YaHei"/>
                        </a:rPr>
                        <a:t>主体</a:t>
                      </a:r>
                    </a:p>
                  </a:txBody>
                  <a:tcPr marL="91440" marR="91440" marT="45720" marB="45720" anchor="ctr">
                    <a:lnL w="6191">
                      <a:solidFill>
                        <a:srgbClr val="D9DDE3"/>
                      </a:solidFill>
                      <a:prstDash val="solid"/>
                    </a:lnL>
                    <a:lnR w="6191">
                      <a:solidFill>
                        <a:srgbClr val="D9DDE3"/>
                      </a:solidFill>
                      <a:prstDash val="solid"/>
                    </a:lnR>
                    <a:lnT w="6191">
                      <a:solidFill>
                        <a:srgbClr val="D9DDE3"/>
                      </a:solidFill>
                      <a:prstDash val="solid"/>
                    </a:lnT>
                    <a:lnB w="6191">
                      <a:solidFill>
                        <a:srgbClr val="D9DDE3"/>
                      </a:solidFill>
                      <a:prstDash val="solid"/>
                    </a:lnB>
                    <a:solidFill>
                      <a:srgbClr val="17243B"/>
                    </a:solidFill>
                  </a:tcPr>
                </a:tc>
                <a:tc>
                  <a:txBody>
                    <a:bodyPr lIns="95250" tIns="95250" rIns="95250" bIns="95250">
                      <a:noAutofit/>
                    </a:bodyPr>
                    <a:lstStyle/>
                    <a:p>
                      <a:r>
                        <a:rPr sz="1650" b="1">
                          <a:solidFill>
                            <a:srgbClr val="FFFFFF"/>
                          </a:solidFill>
                          <a:latin typeface="Microsoft YaHei"/>
                          <a:ea typeface="Microsoft YaHei"/>
                          <a:cs typeface="Microsoft YaHei"/>
                        </a:rPr>
                        <a:t>关键证据</a:t>
                      </a:r>
                    </a:p>
                  </a:txBody>
                  <a:tcPr marL="91440" marR="91440" marT="45720" marB="45720" anchor="ctr">
                    <a:lnR w="6191">
                      <a:solidFill>
                        <a:srgbClr val="D9DDE3"/>
                      </a:solidFill>
                      <a:prstDash val="solid"/>
                    </a:lnR>
                    <a:lnT w="6191">
                      <a:solidFill>
                        <a:srgbClr val="D9DDE3"/>
                      </a:solidFill>
                      <a:prstDash val="solid"/>
                    </a:lnT>
                    <a:lnB w="6191">
                      <a:solidFill>
                        <a:srgbClr val="D9DDE3"/>
                      </a:solidFill>
                      <a:prstDash val="solid"/>
                    </a:lnB>
                    <a:solidFill>
                      <a:srgbClr val="17243B"/>
                    </a:solidFill>
                  </a:tcPr>
                </a:tc>
                <a:tc>
                  <a:txBody>
                    <a:bodyPr lIns="95250" tIns="95250" rIns="95250" bIns="95250">
                      <a:noAutofit/>
                    </a:bodyPr>
                    <a:lstStyle/>
                    <a:p>
                      <a:r>
                        <a:rPr sz="1650" b="1">
                          <a:solidFill>
                            <a:srgbClr val="FFFFFF"/>
                          </a:solidFill>
                          <a:latin typeface="Microsoft YaHei"/>
                          <a:ea typeface="Microsoft YaHei"/>
                          <a:cs typeface="Microsoft YaHei"/>
                        </a:rPr>
                        <a:t>职责分析</a:t>
                      </a:r>
                    </a:p>
                  </a:txBody>
                  <a:tcPr marL="91440" marR="91440" marT="45720" marB="45720" anchor="ctr">
                    <a:lnR w="6191">
                      <a:solidFill>
                        <a:srgbClr val="D9DDE3"/>
                      </a:solidFill>
                      <a:prstDash val="solid"/>
                    </a:lnR>
                    <a:lnT w="6191">
                      <a:solidFill>
                        <a:srgbClr val="D9DDE3"/>
                      </a:solidFill>
                      <a:prstDash val="solid"/>
                    </a:lnT>
                    <a:lnB w="6191">
                      <a:solidFill>
                        <a:srgbClr val="D9DDE3"/>
                      </a:solidFill>
                      <a:prstDash val="solid"/>
                    </a:lnB>
                    <a:solidFill>
                      <a:srgbClr val="17243B"/>
                    </a:solidFill>
                  </a:tcPr>
                </a:tc>
              </a:tr>
              <a:tr h="579438">
                <a:tc>
                  <a:txBody>
                    <a:bodyPr lIns="95250" tIns="95250" rIns="95250" bIns="95250">
                      <a:noAutofit/>
                    </a:bodyPr>
                    <a:lstStyle/>
                    <a:p>
                      <a:r>
                        <a:rPr sz="1650" b="1">
                          <a:solidFill>
                            <a:srgbClr val="17243B"/>
                          </a:solidFill>
                          <a:latin typeface="Microsoft YaHei"/>
                          <a:ea typeface="Microsoft YaHei"/>
                          <a:cs typeface="Microsoft YaHei"/>
                        </a:rPr>
                        <a:t>采购与施工</a:t>
                      </a:r>
                    </a:p>
                  </a:txBody>
                  <a:tcPr marL="91440" marR="91440" marT="45720" marB="45720" anchor="ctr">
                    <a:lnL w="6191">
                      <a:solidFill>
                        <a:srgbClr val="D9DDE3"/>
                      </a:solidFill>
                      <a:prstDash val="solid"/>
                    </a:lnL>
                    <a:lnR w="6191">
                      <a:solidFill>
                        <a:srgbClr val="D9DDE3"/>
                      </a:solidFill>
                      <a:prstDash val="solid"/>
                    </a:lnR>
                    <a:lnB w="6191">
                      <a:solidFill>
                        <a:srgbClr val="D9DDE3"/>
                      </a:solidFill>
                      <a:prstDash val="solid"/>
                    </a:lnB>
                    <a:solidFill>
                      <a:srgbClr val="FFFFFF"/>
                    </a:solidFill>
                  </a:tcPr>
                </a:tc>
                <a:tc>
                  <a:txBody>
                    <a:bodyPr lIns="95250" tIns="95250" rIns="95250" bIns="95250">
                      <a:noAutofit/>
                    </a:bodyPr>
                    <a:lstStyle/>
                    <a:p>
                      <a:r>
                        <a:rPr sz="1650" b="0">
                          <a:solidFill>
                            <a:srgbClr val="17243B"/>
                          </a:solidFill>
                          <a:latin typeface="Microsoft YaHei"/>
                          <a:ea typeface="Microsoft YaHei"/>
                          <a:cs typeface="Microsoft YaHei"/>
                        </a:rPr>
                        <a:t>采购、检验、施工记录</a:t>
                      </a:r>
                    </a:p>
                  </a:txBody>
                  <a:tcPr marL="91440" marR="91440" marT="45720" marB="45720" anchor="ctr">
                    <a:lnR w="6191">
                      <a:solidFill>
                        <a:srgbClr val="D9DDE3"/>
                      </a:solidFill>
                      <a:prstDash val="solid"/>
                    </a:lnR>
                    <a:lnB w="6191">
                      <a:solidFill>
                        <a:srgbClr val="D9DDE3"/>
                      </a:solidFill>
                      <a:prstDash val="solid"/>
                    </a:lnB>
                    <a:solidFill>
                      <a:srgbClr val="FFFFFF"/>
                    </a:solidFill>
                  </a:tcPr>
                </a:tc>
                <a:tc>
                  <a:txBody>
                    <a:bodyPr lIns="95250" tIns="95250" rIns="95250" bIns="95250">
                      <a:noAutofit/>
                    </a:bodyPr>
                    <a:lstStyle/>
                    <a:p>
                      <a:r>
                        <a:rPr sz="1650" b="0">
                          <a:solidFill>
                            <a:srgbClr val="17243B"/>
                          </a:solidFill>
                          <a:latin typeface="Microsoft YaHei"/>
                          <a:ea typeface="Microsoft YaHei"/>
                          <a:cs typeface="Microsoft YaHei"/>
                        </a:rPr>
                        <a:t>核验材料质量，按设计制作安装</a:t>
                      </a:r>
                    </a:p>
                  </a:txBody>
                  <a:tcPr marL="91440" marR="91440" marT="45720" marB="45720" anchor="ctr">
                    <a:lnR w="6191">
                      <a:solidFill>
                        <a:srgbClr val="D9DDE3"/>
                      </a:solidFill>
                      <a:prstDash val="solid"/>
                    </a:lnR>
                    <a:lnB w="6191">
                      <a:solidFill>
                        <a:srgbClr val="D9DDE3"/>
                      </a:solidFill>
                      <a:prstDash val="solid"/>
                    </a:lnB>
                    <a:solidFill>
                      <a:srgbClr val="FFFFFF"/>
                    </a:solidFill>
                  </a:tcPr>
                </a:tc>
              </a:tr>
              <a:tr h="579438">
                <a:tc>
                  <a:txBody>
                    <a:bodyPr lIns="95250" tIns="95250" rIns="95250" bIns="95250">
                      <a:noAutofit/>
                    </a:bodyPr>
                    <a:lstStyle/>
                    <a:p>
                      <a:r>
                        <a:rPr sz="1650" b="1">
                          <a:solidFill>
                            <a:srgbClr val="17243B"/>
                          </a:solidFill>
                          <a:latin typeface="Microsoft YaHei"/>
                          <a:ea typeface="Microsoft YaHei"/>
                          <a:cs typeface="Microsoft YaHei"/>
                        </a:rPr>
                        <a:t>设计与复核</a:t>
                      </a:r>
                    </a:p>
                  </a:txBody>
                  <a:tcPr marL="91440" marR="91440" marT="45720" marB="45720" anchor="ctr">
                    <a:lnL w="6191">
                      <a:solidFill>
                        <a:srgbClr val="D9DDE3"/>
                      </a:solidFill>
                      <a:prstDash val="solid"/>
                    </a:lnL>
                    <a:lnR w="6191">
                      <a:solidFill>
                        <a:srgbClr val="D9DDE3"/>
                      </a:solidFill>
                      <a:prstDash val="solid"/>
                    </a:lnR>
                    <a:lnB w="6191">
                      <a:solidFill>
                        <a:srgbClr val="D9DDE3"/>
                      </a:solidFill>
                      <a:prstDash val="solid"/>
                    </a:lnB>
                    <a:solidFill>
                      <a:srgbClr val="F5F6F8"/>
                    </a:solidFill>
                  </a:tcPr>
                </a:tc>
                <a:tc>
                  <a:txBody>
                    <a:bodyPr lIns="95250" tIns="95250" rIns="95250" bIns="95250">
                      <a:noAutofit/>
                    </a:bodyPr>
                    <a:lstStyle/>
                    <a:p>
                      <a:r>
                        <a:rPr sz="1650" b="0">
                          <a:solidFill>
                            <a:srgbClr val="17243B"/>
                          </a:solidFill>
                          <a:latin typeface="Microsoft YaHei"/>
                          <a:ea typeface="Microsoft YaHei"/>
                          <a:cs typeface="Microsoft YaHei"/>
                        </a:rPr>
                        <a:t>受力计算、设计交底</a:t>
                      </a:r>
                    </a:p>
                  </a:txBody>
                  <a:tcPr marL="91440" marR="91440" marT="45720" marB="45720" anchor="ctr">
                    <a:lnR w="6191">
                      <a:solidFill>
                        <a:srgbClr val="D9DDE3"/>
                      </a:solidFill>
                      <a:prstDash val="solid"/>
                    </a:lnR>
                    <a:lnB w="6191">
                      <a:solidFill>
                        <a:srgbClr val="D9DDE3"/>
                      </a:solidFill>
                      <a:prstDash val="solid"/>
                    </a:lnB>
                    <a:solidFill>
                      <a:srgbClr val="F5F6F8"/>
                    </a:solidFill>
                  </a:tcPr>
                </a:tc>
                <a:tc>
                  <a:txBody>
                    <a:bodyPr lIns="95250" tIns="95250" rIns="95250" bIns="95250">
                      <a:noAutofit/>
                    </a:bodyPr>
                    <a:lstStyle/>
                    <a:p>
                      <a:r>
                        <a:rPr sz="1650" b="0">
                          <a:solidFill>
                            <a:srgbClr val="17243B"/>
                          </a:solidFill>
                          <a:latin typeface="Microsoft YaHei"/>
                          <a:ea typeface="Microsoft YaHei"/>
                          <a:cs typeface="Microsoft YaHei"/>
                        </a:rPr>
                        <a:t>明确关键要求，复核临时结构与变更</a:t>
                      </a:r>
                    </a:p>
                  </a:txBody>
                  <a:tcPr marL="91440" marR="91440" marT="45720" marB="45720" anchor="ctr">
                    <a:lnR w="6191">
                      <a:solidFill>
                        <a:srgbClr val="D9DDE3"/>
                      </a:solidFill>
                      <a:prstDash val="solid"/>
                    </a:lnR>
                    <a:lnB w="6191">
                      <a:solidFill>
                        <a:srgbClr val="D9DDE3"/>
                      </a:solidFill>
                      <a:prstDash val="solid"/>
                    </a:lnB>
                    <a:solidFill>
                      <a:srgbClr val="F5F6F8"/>
                    </a:solidFill>
                  </a:tcPr>
                </a:tc>
              </a:tr>
              <a:tr h="579438">
                <a:tc>
                  <a:txBody>
                    <a:bodyPr lIns="95250" tIns="95250" rIns="95250" bIns="95250">
                      <a:noAutofit/>
                    </a:bodyPr>
                    <a:lstStyle/>
                    <a:p>
                      <a:r>
                        <a:rPr sz="1650" b="1">
                          <a:solidFill>
                            <a:srgbClr val="17243B"/>
                          </a:solidFill>
                          <a:latin typeface="Microsoft YaHei"/>
                          <a:ea typeface="Microsoft YaHei"/>
                          <a:cs typeface="Microsoft YaHei"/>
                        </a:rPr>
                        <a:t>监理与监控</a:t>
                      </a:r>
                    </a:p>
                  </a:txBody>
                  <a:tcPr marL="91440" marR="91440" marT="45720" marB="45720" anchor="ctr">
                    <a:lnL w="6191">
                      <a:solidFill>
                        <a:srgbClr val="D9DDE3"/>
                      </a:solidFill>
                      <a:prstDash val="solid"/>
                    </a:lnL>
                    <a:lnR w="6191">
                      <a:solidFill>
                        <a:srgbClr val="D9DDE3"/>
                      </a:solidFill>
                      <a:prstDash val="solid"/>
                    </a:lnR>
                    <a:lnB w="6191">
                      <a:solidFill>
                        <a:srgbClr val="D9DDE3"/>
                      </a:solidFill>
                      <a:prstDash val="solid"/>
                    </a:lnB>
                    <a:solidFill>
                      <a:srgbClr val="FFFFFF"/>
                    </a:solidFill>
                  </a:tcPr>
                </a:tc>
                <a:tc>
                  <a:txBody>
                    <a:bodyPr lIns="95250" tIns="95250" rIns="95250" bIns="95250">
                      <a:noAutofit/>
                    </a:bodyPr>
                    <a:lstStyle/>
                    <a:p>
                      <a:r>
                        <a:rPr sz="1650" b="0">
                          <a:solidFill>
                            <a:srgbClr val="17243B"/>
                          </a:solidFill>
                          <a:latin typeface="Microsoft YaHei"/>
                          <a:ea typeface="Microsoft YaHei"/>
                          <a:cs typeface="Microsoft YaHei"/>
                        </a:rPr>
                        <a:t>验收、旁站、监测记录</a:t>
                      </a:r>
                    </a:p>
                  </a:txBody>
                  <a:tcPr marL="91440" marR="91440" marT="45720" marB="45720" anchor="ctr">
                    <a:lnR w="6191">
                      <a:solidFill>
                        <a:srgbClr val="D9DDE3"/>
                      </a:solidFill>
                      <a:prstDash val="solid"/>
                    </a:lnR>
                    <a:lnB w="6191">
                      <a:solidFill>
                        <a:srgbClr val="D9DDE3"/>
                      </a:solidFill>
                      <a:prstDash val="solid"/>
                    </a:lnB>
                    <a:solidFill>
                      <a:srgbClr val="FFFFFF"/>
                    </a:solidFill>
                  </a:tcPr>
                </a:tc>
                <a:tc>
                  <a:txBody>
                    <a:bodyPr lIns="95250" tIns="95250" rIns="95250" bIns="95250">
                      <a:noAutofit/>
                    </a:bodyPr>
                    <a:lstStyle/>
                    <a:p>
                      <a:r>
                        <a:rPr sz="1650" b="0">
                          <a:solidFill>
                            <a:srgbClr val="17243B"/>
                          </a:solidFill>
                          <a:latin typeface="Microsoft YaHei"/>
                          <a:ea typeface="Microsoft YaHei"/>
                          <a:cs typeface="Microsoft YaHei"/>
                        </a:rPr>
                        <a:t>独立核验关键工序，识别并报告异常</a:t>
                      </a:r>
                    </a:p>
                  </a:txBody>
                  <a:tcPr marL="91440" marR="91440" marT="45720" marB="45720" anchor="ctr">
                    <a:lnR w="6191">
                      <a:solidFill>
                        <a:srgbClr val="D9DDE3"/>
                      </a:solidFill>
                      <a:prstDash val="solid"/>
                    </a:lnR>
                    <a:lnB w="6191">
                      <a:solidFill>
                        <a:srgbClr val="D9DDE3"/>
                      </a:solidFill>
                      <a:prstDash val="solid"/>
                    </a:lnB>
                    <a:solidFill>
                      <a:srgbClr val="FFFFFF"/>
                    </a:solidFill>
                  </a:tcPr>
                </a:tc>
              </a:tr>
              <a:tr h="579438">
                <a:tc>
                  <a:txBody>
                    <a:bodyPr lIns="95250" tIns="95250" rIns="95250" bIns="95250">
                      <a:noAutofit/>
                    </a:bodyPr>
                    <a:lstStyle/>
                    <a:p>
                      <a:r>
                        <a:rPr sz="1650" b="1">
                          <a:solidFill>
                            <a:srgbClr val="17243B"/>
                          </a:solidFill>
                          <a:latin typeface="Microsoft YaHei"/>
                          <a:ea typeface="Microsoft YaHei"/>
                          <a:cs typeface="Microsoft YaHei"/>
                        </a:rPr>
                        <a:t>建设与管理</a:t>
                      </a:r>
                    </a:p>
                  </a:txBody>
                  <a:tcPr marL="91440" marR="91440" marT="45720" marB="45720" anchor="ctr">
                    <a:lnL w="6191">
                      <a:solidFill>
                        <a:srgbClr val="D9DDE3"/>
                      </a:solidFill>
                      <a:prstDash val="solid"/>
                    </a:lnL>
                    <a:lnR w="6191">
                      <a:solidFill>
                        <a:srgbClr val="D9DDE3"/>
                      </a:solidFill>
                      <a:prstDash val="solid"/>
                    </a:lnR>
                    <a:lnB w="6191">
                      <a:solidFill>
                        <a:srgbClr val="D9DDE3"/>
                      </a:solidFill>
                      <a:prstDash val="solid"/>
                    </a:lnB>
                    <a:solidFill>
                      <a:srgbClr val="F5F6F8"/>
                    </a:solidFill>
                  </a:tcPr>
                </a:tc>
                <a:tc>
                  <a:txBody>
                    <a:bodyPr lIns="95250" tIns="95250" rIns="95250" bIns="95250">
                      <a:noAutofit/>
                    </a:bodyPr>
                    <a:lstStyle/>
                    <a:p>
                      <a:r>
                        <a:rPr sz="1650" b="0">
                          <a:solidFill>
                            <a:srgbClr val="17243B"/>
                          </a:solidFill>
                          <a:latin typeface="Microsoft YaHei"/>
                          <a:ea typeface="Microsoft YaHei"/>
                          <a:cs typeface="Microsoft YaHei"/>
                        </a:rPr>
                        <a:t>分包、验收、整改记录</a:t>
                      </a:r>
                    </a:p>
                  </a:txBody>
                  <a:tcPr marL="91440" marR="91440" marT="45720" marB="45720" anchor="ctr">
                    <a:lnR w="6191">
                      <a:solidFill>
                        <a:srgbClr val="D9DDE3"/>
                      </a:solidFill>
                      <a:prstDash val="solid"/>
                    </a:lnR>
                    <a:lnB w="6191">
                      <a:solidFill>
                        <a:srgbClr val="D9DDE3"/>
                      </a:solidFill>
                      <a:prstDash val="solid"/>
                    </a:lnB>
                    <a:solidFill>
                      <a:srgbClr val="F5F6F8"/>
                    </a:solidFill>
                  </a:tcPr>
                </a:tc>
                <a:tc>
                  <a:txBody>
                    <a:bodyPr lIns="95250" tIns="95250" rIns="95250" bIns="95250">
                      <a:noAutofit/>
                    </a:bodyPr>
                    <a:lstStyle/>
                    <a:p>
                      <a:r>
                        <a:rPr sz="1650" b="0">
                          <a:solidFill>
                            <a:srgbClr val="17243B"/>
                          </a:solidFill>
                          <a:latin typeface="Microsoft YaHei"/>
                          <a:ea typeface="Microsoft YaHei"/>
                          <a:cs typeface="Microsoft YaHei"/>
                        </a:rPr>
                        <a:t>落实质量管理，保证整改形成闭环</a:t>
                      </a:r>
                    </a:p>
                  </a:txBody>
                  <a:tcPr marL="91440" marR="91440" marT="45720" marB="45720" anchor="ctr">
                    <a:lnR w="6191">
                      <a:solidFill>
                        <a:srgbClr val="D9DDE3"/>
                      </a:solidFill>
                      <a:prstDash val="solid"/>
                    </a:lnR>
                    <a:lnB w="6191">
                      <a:solidFill>
                        <a:srgbClr val="D9DDE3"/>
                      </a:solidFill>
                      <a:prstDash val="solid"/>
                    </a:lnB>
                    <a:solidFill>
                      <a:srgbClr val="F5F6F8"/>
                    </a:solidFill>
                  </a:tcPr>
                </a:tc>
              </a:tr>
              <a:tr h="579438">
                <a:tc>
                  <a:txBody>
                    <a:bodyPr lIns="95250" tIns="95250" rIns="95250" bIns="95250">
                      <a:noAutofit/>
                    </a:bodyPr>
                    <a:lstStyle/>
                    <a:p>
                      <a:r>
                        <a:rPr sz="1650" b="1">
                          <a:solidFill>
                            <a:srgbClr val="17243B"/>
                          </a:solidFill>
                          <a:latin typeface="Microsoft YaHei"/>
                          <a:ea typeface="Microsoft YaHei"/>
                          <a:cs typeface="Microsoft YaHei"/>
                        </a:rPr>
                        <a:t>行业监管</a:t>
                      </a:r>
                    </a:p>
                  </a:txBody>
                  <a:tcPr marL="91440" marR="91440" marT="45720" marB="45720" anchor="ctr">
                    <a:lnL w="6191">
                      <a:solidFill>
                        <a:srgbClr val="D9DDE3"/>
                      </a:solidFill>
                      <a:prstDash val="solid"/>
                    </a:lnL>
                    <a:lnR w="6191">
                      <a:solidFill>
                        <a:srgbClr val="D9DDE3"/>
                      </a:solidFill>
                      <a:prstDash val="solid"/>
                    </a:lnR>
                    <a:lnB w="6191">
                      <a:solidFill>
                        <a:srgbClr val="D9DDE3"/>
                      </a:solidFill>
                      <a:prstDash val="solid"/>
                    </a:lnB>
                    <a:solidFill>
                      <a:srgbClr val="FFFFFF"/>
                    </a:solidFill>
                  </a:tcPr>
                </a:tc>
                <a:tc>
                  <a:txBody>
                    <a:bodyPr lIns="95250" tIns="95250" rIns="95250" bIns="95250">
                      <a:noAutofit/>
                    </a:bodyPr>
                    <a:lstStyle/>
                    <a:p>
                      <a:r>
                        <a:rPr sz="1650" b="0">
                          <a:solidFill>
                            <a:srgbClr val="17243B"/>
                          </a:solidFill>
                          <a:latin typeface="Microsoft YaHei"/>
                          <a:ea typeface="Microsoft YaHei"/>
                          <a:cs typeface="Microsoft YaHei"/>
                        </a:rPr>
                        <a:t>监督检查与处理记录</a:t>
                      </a:r>
                    </a:p>
                  </a:txBody>
                  <a:tcPr marL="91440" marR="91440" marT="45720" marB="45720" anchor="ctr">
                    <a:lnR w="6191">
                      <a:solidFill>
                        <a:srgbClr val="D9DDE3"/>
                      </a:solidFill>
                      <a:prstDash val="solid"/>
                    </a:lnR>
                    <a:lnB w="6191">
                      <a:solidFill>
                        <a:srgbClr val="D9DDE3"/>
                      </a:solidFill>
                      <a:prstDash val="solid"/>
                    </a:lnB>
                    <a:solidFill>
                      <a:srgbClr val="FFFFFF"/>
                    </a:solidFill>
                  </a:tcPr>
                </a:tc>
                <a:tc>
                  <a:txBody>
                    <a:bodyPr lIns="95250" tIns="95250" rIns="95250" bIns="95250">
                      <a:noAutofit/>
                    </a:bodyPr>
                    <a:lstStyle/>
                    <a:p>
                      <a:r>
                        <a:rPr sz="1650" b="0">
                          <a:solidFill>
                            <a:srgbClr val="17243B"/>
                          </a:solidFill>
                          <a:latin typeface="Microsoft YaHei"/>
                          <a:ea typeface="Microsoft YaHei"/>
                          <a:cs typeface="Microsoft YaHei"/>
                        </a:rPr>
                        <a:t>核查履职情况，督促处理重大隐患</a:t>
                      </a:r>
                    </a:p>
                  </a:txBody>
                  <a:tcPr marL="91440" marR="91440" marT="45720" marB="45720" anchor="ctr">
                    <a:lnR w="6191">
                      <a:solidFill>
                        <a:srgbClr val="D9DDE3"/>
                      </a:solidFill>
                      <a:prstDash val="solid"/>
                    </a:lnR>
                    <a:lnB w="6191">
                      <a:solidFill>
                        <a:srgbClr val="D9DDE3"/>
                      </a:solidFill>
                      <a:prstDash val="solid"/>
                    </a:lnB>
                    <a:solidFill>
                      <a:srgbClr val="FFFFFF"/>
                    </a:solidFill>
                  </a:tcPr>
                </a:tc>
              </a:tr>
            </a:tbl>
          </a:graphicData>
        </a:graphic>
      </p:graphicFrame>
      <p:sp>
        <p:nvSpPr>
          <p:cNvPr id="9" name="takeaway">
            <a:extLst xmlns:a="http://schemas.openxmlformats.org/drawingml/2006/main">
              <a:ext uri="{FF2B5EF4-FFF2-40B4-BE49-F238E27FC236}">
                <a16:creationId xmlns:a16="http://schemas.microsoft.com/office/drawing/2014/main" id="{F54F53B3-C3B7-4833-8D70-181914503E32}"/>
              </a:ext>
            </a:extLst>
          </p:cNvPr>
          <p:cNvSpPr>
            <a:spLocks xmlns:a="http://schemas.openxmlformats.org/drawingml/2006/main" noGrp="1"/>
          </p:cNvSpPr>
          <p:nvPr/>
        </p:nvSpPr>
        <p:spPr>
          <a:xfrm xmlns:a="http://schemas.openxmlformats.org/drawingml/2006/main">
            <a:off x="609600" y="57531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讨论：哪一道防线最有可能提前阻止风险？需要什么证据？</a:t>
            </a:r>
          </a:p>
        </p:txBody>
      </p:sp>
    </p:spTree>
    <p:extLst>
      <p:ext uri="{BB962C8B-B14F-4D97-AF65-F5344CB8AC3E}">
        <p14:creationId xmlns:p14="http://schemas.microsoft.com/office/powerpoint/2010/main" val="2253090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7C49673B-5DC4-4D66-A3EC-603E297E30DB}"/>
              </a:ext>
            </a:extLst>
          </p:cNvPr>
          <p:cNvPicPr>
            <a:picLocks xmlns:a="http://schemas.openxmlformats.org/drawingml/2006/main" noChangeAspect="1"/>
          </p:cNvPicPr>
          <p:nvPr/>
        </p:nvPicPr>
        <p:blipFill>
          <a:blip xmlns:r="http://schemas.openxmlformats.org/officeDocument/2006/relationships" xmlns:a="http://schemas.openxmlformats.org/drawingml/2006/main" r:embed="R444e9ec86a634d11"/>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7D286C55-6423-4568-A129-8DAC9C8472CA}"/>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B396D603-6FCC-4F82-88BF-AF0472B9DF89}"/>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第一讲</a:t>
            </a:r>
          </a:p>
        </p:txBody>
      </p:sp>
      <p:sp>
        <p:nvSpPr>
          <p:cNvPr id="4" name="slide-title">
            <a:extLst xmlns:a="http://schemas.openxmlformats.org/drawingml/2006/main">
              <a:ext uri="{FF2B5EF4-FFF2-40B4-BE49-F238E27FC236}">
                <a16:creationId xmlns:a16="http://schemas.microsoft.com/office/drawing/2014/main" id="{FE2EF36B-BC17-48DD-B74D-8AED07338D62}"/>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永安电站：证据与风险边界</a:t>
            </a:r>
          </a:p>
        </p:txBody>
      </p:sp>
      <p:sp>
        <p:nvSpPr>
          <p:cNvPr id="5" name="footer">
            <a:extLst xmlns:a="http://schemas.openxmlformats.org/drawingml/2006/main">
              <a:ext uri="{FF2B5EF4-FFF2-40B4-BE49-F238E27FC236}">
                <a16:creationId xmlns:a16="http://schemas.microsoft.com/office/drawing/2014/main" id="{E9590DA3-098D-4284-B54E-7E718304DFD3}"/>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CCB09E9B-5B7A-4421-A8D1-F1596CF154B2}"/>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08 / 22</a:t>
            </a:r>
          </a:p>
        </p:txBody>
      </p:sp>
      <p:sp>
        <p:nvSpPr>
          <p:cNvPr id="7" name="source-line">
            <a:extLst xmlns:a="http://schemas.openxmlformats.org/drawingml/2006/main">
              <a:ext uri="{FF2B5EF4-FFF2-40B4-BE49-F238E27FC236}">
                <a16:creationId xmlns:a16="http://schemas.microsoft.com/office/drawing/2014/main" id="{4324F14A-DB5A-4C70-A2E5-E34788BD44FF}"/>
              </a:ext>
            </a:extLst>
          </p:cNvPr>
          <p:cNvSpPr>
            <a:spLocks xmlns:a="http://schemas.openxmlformats.org/drawingml/2006/main" noGrp="1"/>
          </p:cNvSpPr>
          <p:nvPr/>
        </p:nvSpPr>
        <p:spPr>
          <a:xfrm xmlns:a="http://schemas.openxmlformats.org/drawingml/2006/main">
            <a:off x="609600" y="6143625"/>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来源：永安项目核查工作组通报，2026年1月14日</a:t>
            </a:r>
          </a:p>
        </p:txBody>
      </p:sp>
      <p:sp>
        <p:nvSpPr>
          <p:cNvPr id="8" name="text-6">
            <a:extLst xmlns:a="http://schemas.openxmlformats.org/drawingml/2006/main">
              <a:ext uri="{FF2B5EF4-FFF2-40B4-BE49-F238E27FC236}">
                <a16:creationId xmlns:a16="http://schemas.microsoft.com/office/drawing/2014/main" id="{C7988EA3-2567-4B89-946E-01ACEAA2FAED}"/>
              </a:ext>
            </a:extLst>
          </p:cNvPr>
          <p:cNvSpPr>
            <a:spLocks xmlns:a="http://schemas.openxmlformats.org/drawingml/2006/main" noGrp="1"/>
          </p:cNvSpPr>
          <p:nvPr/>
        </p:nvSpPr>
        <p:spPr>
          <a:xfrm xmlns:a="http://schemas.openxmlformats.org/drawingml/2006/main">
            <a:off x="609600" y="215265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官方核查确认</a:t>
            </a:r>
          </a:p>
        </p:txBody>
      </p:sp>
      <p:sp>
        <p:nvSpPr>
          <p:cNvPr id="9" name="text-7">
            <a:extLst xmlns:a="http://schemas.openxmlformats.org/drawingml/2006/main">
              <a:ext uri="{FF2B5EF4-FFF2-40B4-BE49-F238E27FC236}">
                <a16:creationId xmlns:a16="http://schemas.microsoft.com/office/drawing/2014/main" id="{7DC74AEF-025F-4A06-A4EA-EFDA7CF3D06F}"/>
              </a:ext>
            </a:extLst>
          </p:cNvPr>
          <p:cNvSpPr>
            <a:spLocks xmlns:a="http://schemas.openxmlformats.org/drawingml/2006/main" noGrp="1"/>
          </p:cNvSpPr>
          <p:nvPr/>
        </p:nvSpPr>
        <p:spPr>
          <a:xfrm xmlns:a="http://schemas.openxmlformats.org/drawingml/2006/main">
            <a:off x="6400800" y="215265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课堂分析应区分</a:t>
            </a:r>
          </a:p>
        </p:txBody>
      </p:sp>
      <p:sp>
        <p:nvSpPr>
          <p:cNvPr id="10" name="text-8">
            <a:extLst xmlns:a="http://schemas.openxmlformats.org/drawingml/2006/main">
              <a:ext uri="{FF2B5EF4-FFF2-40B4-BE49-F238E27FC236}">
                <a16:creationId xmlns:a16="http://schemas.microsoft.com/office/drawing/2014/main" id="{5AFAB8C2-03CC-489F-B662-325ED7944F82}"/>
              </a:ext>
            </a:extLst>
          </p:cNvPr>
          <p:cNvSpPr>
            <a:spLocks xmlns:a="http://schemas.openxmlformats.org/drawingml/2006/main" noGrp="1"/>
          </p:cNvSpPr>
          <p:nvPr/>
        </p:nvSpPr>
        <p:spPr>
          <a:xfrm xmlns:a="http://schemas.openxmlformats.org/drawingml/2006/main">
            <a:off x="609600" y="27813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总投资74.96亿元，问题涉及坝肩边坡支护</a:t>
            </a:r>
          </a:p>
        </p:txBody>
      </p:sp>
      <p:sp>
        <p:nvSpPr>
          <p:cNvPr id="11" name="text-9">
            <a:extLst xmlns:a="http://schemas.openxmlformats.org/drawingml/2006/main">
              <a:ext uri="{FF2B5EF4-FFF2-40B4-BE49-F238E27FC236}">
                <a16:creationId xmlns:a16="http://schemas.microsoft.com/office/drawing/2014/main" id="{C612D604-C6E7-42F7-9B5A-EE63BCC0ED1F}"/>
              </a:ext>
            </a:extLst>
          </p:cNvPr>
          <p:cNvSpPr>
            <a:spLocks xmlns:a="http://schemas.openxmlformats.org/drawingml/2006/main" noGrp="1"/>
          </p:cNvSpPr>
          <p:nvPr/>
        </p:nvSpPr>
        <p:spPr>
          <a:xfrm xmlns:a="http://schemas.openxmlformats.org/drawingml/2006/main">
            <a:off x="609600" y="34290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部分钢筋长度、注浆等不满足设计要求</a:t>
            </a:r>
          </a:p>
        </p:txBody>
      </p:sp>
      <p:sp>
        <p:nvSpPr>
          <p:cNvPr id="12" name="text-10">
            <a:extLst xmlns:a="http://schemas.openxmlformats.org/drawingml/2006/main">
              <a:ext uri="{FF2B5EF4-FFF2-40B4-BE49-F238E27FC236}">
                <a16:creationId xmlns:a16="http://schemas.microsoft.com/office/drawing/2014/main" id="{0BD12608-C43E-40AA-BAE4-0395F4770090}"/>
              </a:ext>
            </a:extLst>
          </p:cNvPr>
          <p:cNvSpPr>
            <a:spLocks xmlns:a="http://schemas.openxmlformats.org/drawingml/2006/main" noGrp="1"/>
          </p:cNvSpPr>
          <p:nvPr/>
        </p:nvSpPr>
        <p:spPr>
          <a:xfrm xmlns:a="http://schemas.openxmlformats.org/drawingml/2006/main">
            <a:off x="609600" y="40767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施工管理、监理和分包环节存在问题</a:t>
            </a:r>
          </a:p>
        </p:txBody>
      </p:sp>
      <p:sp>
        <p:nvSpPr>
          <p:cNvPr id="13" name="text-11">
            <a:extLst xmlns:a="http://schemas.openxmlformats.org/drawingml/2006/main">
              <a:ext uri="{FF2B5EF4-FFF2-40B4-BE49-F238E27FC236}">
                <a16:creationId xmlns:a16="http://schemas.microsoft.com/office/drawing/2014/main" id="{761FC43E-E0AB-49F2-8B75-86481510AE91}"/>
              </a:ext>
            </a:extLst>
          </p:cNvPr>
          <p:cNvSpPr>
            <a:spLocks xmlns:a="http://schemas.openxmlformats.org/drawingml/2006/main" noGrp="1"/>
          </p:cNvSpPr>
          <p:nvPr/>
        </p:nvSpPr>
        <p:spPr>
          <a:xfrm xmlns:a="http://schemas.openxmlformats.org/drawingml/2006/main">
            <a:off x="609600" y="47244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通报评估相关边坡问题不会影响大坝</a:t>
            </a:r>
          </a:p>
        </p:txBody>
      </p:sp>
      <p:sp>
        <p:nvSpPr>
          <p:cNvPr id="14" name="text-12">
            <a:extLst xmlns:a="http://schemas.openxmlformats.org/drawingml/2006/main">
              <a:ext uri="{FF2B5EF4-FFF2-40B4-BE49-F238E27FC236}">
                <a16:creationId xmlns:a16="http://schemas.microsoft.com/office/drawing/2014/main" id="{C0E4AFD1-D2AB-4518-8BAF-40043447E6A6}"/>
              </a:ext>
            </a:extLst>
          </p:cNvPr>
          <p:cNvSpPr>
            <a:spLocks xmlns:a="http://schemas.openxmlformats.org/drawingml/2006/main" noGrp="1"/>
          </p:cNvSpPr>
          <p:nvPr/>
        </p:nvSpPr>
        <p:spPr>
          <a:xfrm xmlns:a="http://schemas.openxmlformats.org/drawingml/2006/main">
            <a:off x="6400800" y="27813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媒体调查数字与官方确认事实</a:t>
            </a:r>
          </a:p>
        </p:txBody>
      </p:sp>
      <p:sp>
        <p:nvSpPr>
          <p:cNvPr id="15" name="text-13">
            <a:extLst xmlns:a="http://schemas.openxmlformats.org/drawingml/2006/main">
              <a:ext uri="{FF2B5EF4-FFF2-40B4-BE49-F238E27FC236}">
                <a16:creationId xmlns:a16="http://schemas.microsoft.com/office/drawing/2014/main" id="{BBD07DCB-EB1B-4A75-ACB5-BA776F85AB68}"/>
              </a:ext>
            </a:extLst>
          </p:cNvPr>
          <p:cNvSpPr>
            <a:spLocks xmlns:a="http://schemas.openxmlformats.org/drawingml/2006/main" noGrp="1"/>
          </p:cNvSpPr>
          <p:nvPr/>
        </p:nvSpPr>
        <p:spPr>
          <a:xfrm xmlns:a="http://schemas.openxmlformats.org/drawingml/2006/main">
            <a:off x="6400800" y="34290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边坡支护与大坝主体的范围</a:t>
            </a:r>
          </a:p>
        </p:txBody>
      </p:sp>
      <p:sp>
        <p:nvSpPr>
          <p:cNvPr id="16" name="text-14">
            <a:extLst xmlns:a="http://schemas.openxmlformats.org/drawingml/2006/main">
              <a:ext uri="{FF2B5EF4-FFF2-40B4-BE49-F238E27FC236}">
                <a16:creationId xmlns:a16="http://schemas.microsoft.com/office/drawing/2014/main" id="{4D9867B5-A6AA-456E-88B6-6B3C263E5D51}"/>
              </a:ext>
            </a:extLst>
          </p:cNvPr>
          <p:cNvSpPr>
            <a:spLocks xmlns:a="http://schemas.openxmlformats.org/drawingml/2006/main" noGrp="1"/>
          </p:cNvSpPr>
          <p:nvPr/>
        </p:nvSpPr>
        <p:spPr>
          <a:xfrm xmlns:a="http://schemas.openxmlformats.org/drawingml/2006/main">
            <a:off x="6400800" y="40767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潜在风险与已经发生的损害</a:t>
            </a:r>
          </a:p>
        </p:txBody>
      </p:sp>
      <p:sp>
        <p:nvSpPr>
          <p:cNvPr id="17" name="text-15">
            <a:extLst xmlns:a="http://schemas.openxmlformats.org/drawingml/2006/main">
              <a:ext uri="{FF2B5EF4-FFF2-40B4-BE49-F238E27FC236}">
                <a16:creationId xmlns:a16="http://schemas.microsoft.com/office/drawing/2014/main" id="{F8711280-F364-4245-AA82-1ABEBCBC526B}"/>
              </a:ext>
            </a:extLst>
          </p:cNvPr>
          <p:cNvSpPr>
            <a:spLocks xmlns:a="http://schemas.openxmlformats.org/drawingml/2006/main" noGrp="1"/>
          </p:cNvSpPr>
          <p:nvPr/>
        </p:nvSpPr>
        <p:spPr>
          <a:xfrm xmlns:a="http://schemas.openxmlformats.org/drawingml/2006/main">
            <a:off x="6400800" y="47244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整改要求与个人、组织的责任</a:t>
            </a:r>
          </a:p>
        </p:txBody>
      </p:sp>
      <p:sp>
        <p:nvSpPr>
          <p:cNvPr id="18" name="takeaway">
            <a:extLst xmlns:a="http://schemas.openxmlformats.org/drawingml/2006/main">
              <a:ext uri="{FF2B5EF4-FFF2-40B4-BE49-F238E27FC236}">
                <a16:creationId xmlns:a16="http://schemas.microsoft.com/office/drawing/2014/main" id="{86574EB9-BD3C-46FA-AE0A-E793B14DB47C}"/>
              </a:ext>
            </a:extLst>
          </p:cNvPr>
          <p:cNvSpPr>
            <a:spLocks xmlns:a="http://schemas.openxmlformats.org/drawingml/2006/main" noGrp="1"/>
          </p:cNvSpPr>
          <p:nvPr/>
        </p:nvSpPr>
        <p:spPr>
          <a:xfrm xmlns:a="http://schemas.openxmlformats.org/drawingml/2006/main">
            <a:off x="609600" y="57150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质量问题应严肃处理，风险后果也应按证据准确表达。</a:t>
            </a:r>
          </a:p>
        </p:txBody>
      </p:sp>
    </p:spTree>
    <p:extLst>
      <p:ext uri="{BB962C8B-B14F-4D97-AF65-F5344CB8AC3E}">
        <p14:creationId xmlns:p14="http://schemas.microsoft.com/office/powerpoint/2010/main" val="84569174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0026A29A-6661-4701-A5FE-478FAE599B4F}"/>
              </a:ext>
            </a:extLst>
          </p:cNvPr>
          <p:cNvPicPr>
            <a:picLocks xmlns:a="http://schemas.openxmlformats.org/drawingml/2006/main" noChangeAspect="1"/>
          </p:cNvPicPr>
          <p:nvPr/>
        </p:nvPicPr>
        <p:blipFill>
          <a:blip xmlns:r="http://schemas.openxmlformats.org/officeDocument/2006/relationships" xmlns:a="http://schemas.openxmlformats.org/drawingml/2006/main" r:embed="Rc6861e6078f94dbf"/>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78FD4F64-C874-420A-8427-2282A23CA08C}"/>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FE47A4C6-1DB3-41CC-BEF6-4FA5884AF849}"/>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第一讲</a:t>
            </a:r>
          </a:p>
        </p:txBody>
      </p:sp>
      <p:sp>
        <p:nvSpPr>
          <p:cNvPr id="4" name="slide-title">
            <a:extLst xmlns:a="http://schemas.openxmlformats.org/drawingml/2006/main">
              <a:ext uri="{FF2B5EF4-FFF2-40B4-BE49-F238E27FC236}">
                <a16:creationId xmlns:a16="http://schemas.microsoft.com/office/drawing/2014/main" id="{0B5AB2C9-EB27-496B-A1A6-94334B141B65}"/>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首要责任与责任的不同要求</a:t>
            </a:r>
          </a:p>
        </p:txBody>
      </p:sp>
      <p:sp>
        <p:nvSpPr>
          <p:cNvPr id="5" name="footer">
            <a:extLst xmlns:a="http://schemas.openxmlformats.org/drawingml/2006/main">
              <a:ext uri="{FF2B5EF4-FFF2-40B4-BE49-F238E27FC236}">
                <a16:creationId xmlns:a16="http://schemas.microsoft.com/office/drawing/2014/main" id="{AE2972ED-173E-47FE-997A-433D2C75060F}"/>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CFFA979F-C206-423F-A868-A97DFF93BE7A}"/>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09 / 22</a:t>
            </a:r>
          </a:p>
        </p:txBody>
      </p:sp>
      <p:sp>
        <p:nvSpPr>
          <p:cNvPr id="7" name="text-5">
            <a:extLst xmlns:a="http://schemas.openxmlformats.org/drawingml/2006/main">
              <a:ext uri="{FF2B5EF4-FFF2-40B4-BE49-F238E27FC236}">
                <a16:creationId xmlns:a16="http://schemas.microsoft.com/office/drawing/2014/main" id="{680928F5-BAE7-4222-A340-CD96453D545D}"/>
              </a:ext>
            </a:extLst>
          </p:cNvPr>
          <p:cNvSpPr>
            <a:spLocks xmlns:a="http://schemas.openxmlformats.org/drawingml/2006/main" noGrp="1"/>
          </p:cNvSpPr>
          <p:nvPr/>
        </p:nvSpPr>
        <p:spPr>
          <a:xfrm xmlns:a="http://schemas.openxmlformats.org/drawingml/2006/main">
            <a:off x="609600" y="2152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工程师应把公众的安全、健康和福祉置于首位</a:t>
            </a:r>
          </a:p>
        </p:txBody>
      </p:sp>
      <p:sp>
        <p:nvSpPr>
          <p:cNvPr id="8" name="text-6">
            <a:extLst xmlns:a="http://schemas.openxmlformats.org/drawingml/2006/main">
              <a:ext uri="{FF2B5EF4-FFF2-40B4-BE49-F238E27FC236}">
                <a16:creationId xmlns:a16="http://schemas.microsoft.com/office/drawing/2014/main" id="{882DE372-D0A0-4C9A-90BF-82B8FEE2002F}"/>
              </a:ext>
            </a:extLst>
          </p:cNvPr>
          <p:cNvSpPr>
            <a:spLocks xmlns:a="http://schemas.openxmlformats.org/drawingml/2006/main" noGrp="1"/>
          </p:cNvSpPr>
          <p:nvPr/>
        </p:nvSpPr>
        <p:spPr>
          <a:xfrm xmlns:a="http://schemas.openxmlformats.org/drawingml/2006/main">
            <a:off x="609600" y="332422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43B"/>
                </a:solidFill>
                <a:latin typeface="Microsoft YaHei"/>
                <a:ea typeface="Microsoft YaHei"/>
                <a:cs typeface="Microsoft YaHei"/>
              </a:defRPr>
            </a:defPPr>
          </a:lstStyle>
          <a:p xmlns:a="http://schemas.openxmlformats.org/drawingml/2006/main">
            <a:pPr algn="l">
              <a:defRPr sz="2325" b="1">
                <a:solidFill>
                  <a:srgbClr val="17243B"/>
                </a:solidFill>
                <a:latin typeface="Microsoft YaHei"/>
                <a:ea typeface="Microsoft YaHei"/>
                <a:cs typeface="Microsoft YaHei"/>
              </a:defRPr>
            </a:pPr>
            <a:r>
              <a:rPr sz="2325" b="1">
                <a:solidFill>
                  <a:srgbClr val="17243B"/>
                </a:solidFill>
                <a:latin typeface="Microsoft YaHei"/>
                <a:ea typeface="Microsoft YaHei"/>
                <a:cs typeface="Microsoft YaHei"/>
              </a:rPr>
              <a:t>避免指责</a:t>
            </a:r>
          </a:p>
        </p:txBody>
      </p:sp>
      <p:sp>
        <p:nvSpPr>
          <p:cNvPr id="9" name="text-7">
            <a:extLst xmlns:a="http://schemas.openxmlformats.org/drawingml/2006/main">
              <a:ext uri="{FF2B5EF4-FFF2-40B4-BE49-F238E27FC236}">
                <a16:creationId xmlns:a16="http://schemas.microsoft.com/office/drawing/2014/main" id="{39A0D47C-F82E-4B35-9E71-216998D6FBBC}"/>
              </a:ext>
            </a:extLst>
          </p:cNvPr>
          <p:cNvSpPr>
            <a:spLocks xmlns:a="http://schemas.openxmlformats.org/drawingml/2006/main" noGrp="1"/>
          </p:cNvSpPr>
          <p:nvPr/>
        </p:nvSpPr>
        <p:spPr>
          <a:xfrm xmlns:a="http://schemas.openxmlformats.org/drawingml/2006/main">
            <a:off x="609600" y="4029075"/>
            <a:ext cx="33528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56174"/>
                </a:solidFill>
                <a:latin typeface="Microsoft YaHei"/>
                <a:ea typeface="Microsoft YaHei"/>
                <a:cs typeface="Microsoft YaHei"/>
              </a:defRPr>
            </a:defPPr>
          </a:lstStyle>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遵守专业标准与伦理章程</a:t>
            </a:r>
          </a:p>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避免不当行为及伤害</a:t>
            </a:r>
          </a:p>
        </p:txBody>
      </p:sp>
      <p:sp>
        <p:nvSpPr>
          <p:cNvPr id="10" name="text-8">
            <a:extLst xmlns:a="http://schemas.openxmlformats.org/drawingml/2006/main">
              <a:ext uri="{FF2B5EF4-FFF2-40B4-BE49-F238E27FC236}">
                <a16:creationId xmlns:a16="http://schemas.microsoft.com/office/drawing/2014/main" id="{380589FD-1854-49E4-82FB-65AB60A39692}"/>
              </a:ext>
            </a:extLst>
          </p:cNvPr>
          <p:cNvSpPr>
            <a:spLocks xmlns:a="http://schemas.openxmlformats.org/drawingml/2006/main" noGrp="1"/>
          </p:cNvSpPr>
          <p:nvPr/>
        </p:nvSpPr>
        <p:spPr>
          <a:xfrm xmlns:a="http://schemas.openxmlformats.org/drawingml/2006/main">
            <a:off x="4343400" y="332422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43B"/>
                </a:solidFill>
                <a:latin typeface="Microsoft YaHei"/>
                <a:ea typeface="Microsoft YaHei"/>
                <a:cs typeface="Microsoft YaHei"/>
              </a:defRPr>
            </a:defPPr>
          </a:lstStyle>
          <a:p xmlns:a="http://schemas.openxmlformats.org/drawingml/2006/main">
            <a:pPr algn="l">
              <a:defRPr sz="2325" b="1">
                <a:solidFill>
                  <a:srgbClr val="17243B"/>
                </a:solidFill>
                <a:latin typeface="Microsoft YaHei"/>
                <a:ea typeface="Microsoft YaHei"/>
                <a:cs typeface="Microsoft YaHei"/>
              </a:defRPr>
            </a:pPr>
            <a:r>
              <a:rPr sz="2325" b="1">
                <a:solidFill>
                  <a:srgbClr val="17243B"/>
                </a:solidFill>
                <a:latin typeface="Microsoft YaHei"/>
                <a:ea typeface="Microsoft YaHei"/>
                <a:cs typeface="Microsoft YaHei"/>
              </a:rPr>
              <a:t>合理关照</a:t>
            </a:r>
          </a:p>
        </p:txBody>
      </p:sp>
      <p:sp>
        <p:nvSpPr>
          <p:cNvPr id="11" name="text-9">
            <a:extLst xmlns:a="http://schemas.openxmlformats.org/drawingml/2006/main">
              <a:ext uri="{FF2B5EF4-FFF2-40B4-BE49-F238E27FC236}">
                <a16:creationId xmlns:a16="http://schemas.microsoft.com/office/drawing/2014/main" id="{5B535E3A-5FAE-47D5-A96F-88653D931360}"/>
              </a:ext>
            </a:extLst>
          </p:cNvPr>
          <p:cNvSpPr>
            <a:spLocks xmlns:a="http://schemas.openxmlformats.org/drawingml/2006/main" noGrp="1"/>
          </p:cNvSpPr>
          <p:nvPr/>
        </p:nvSpPr>
        <p:spPr>
          <a:xfrm xmlns:a="http://schemas.openxmlformats.org/drawingml/2006/main">
            <a:off x="4343400" y="4029075"/>
            <a:ext cx="33528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56174"/>
                </a:solidFill>
                <a:latin typeface="Microsoft YaHei"/>
                <a:ea typeface="Microsoft YaHei"/>
                <a:cs typeface="Microsoft YaHei"/>
              </a:defRPr>
            </a:defPPr>
          </a:lstStyle>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主动识别可预见的风险</a:t>
            </a:r>
          </a:p>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采取与风险相称的防护</a:t>
            </a:r>
          </a:p>
        </p:txBody>
      </p:sp>
      <p:sp>
        <p:nvSpPr>
          <p:cNvPr id="12" name="text-10">
            <a:extLst xmlns:a="http://schemas.openxmlformats.org/drawingml/2006/main">
              <a:ext uri="{FF2B5EF4-FFF2-40B4-BE49-F238E27FC236}">
                <a16:creationId xmlns:a16="http://schemas.microsoft.com/office/drawing/2014/main" id="{435619ED-7ADD-4179-8091-1DBAF0F2EE03}"/>
              </a:ext>
            </a:extLst>
          </p:cNvPr>
          <p:cNvSpPr>
            <a:spLocks xmlns:a="http://schemas.openxmlformats.org/drawingml/2006/main" noGrp="1"/>
          </p:cNvSpPr>
          <p:nvPr/>
        </p:nvSpPr>
        <p:spPr>
          <a:xfrm xmlns:a="http://schemas.openxmlformats.org/drawingml/2006/main">
            <a:off x="8077200" y="332422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43B"/>
                </a:solidFill>
                <a:latin typeface="Microsoft YaHei"/>
                <a:ea typeface="Microsoft YaHei"/>
                <a:cs typeface="Microsoft YaHei"/>
              </a:defRPr>
            </a:defPPr>
          </a:lstStyle>
          <a:p xmlns:a="http://schemas.openxmlformats.org/drawingml/2006/main">
            <a:pPr algn="l">
              <a:defRPr sz="2325" b="1">
                <a:solidFill>
                  <a:srgbClr val="17243B"/>
                </a:solidFill>
                <a:latin typeface="Microsoft YaHei"/>
                <a:ea typeface="Microsoft YaHei"/>
                <a:cs typeface="Microsoft YaHei"/>
              </a:defRPr>
            </a:pPr>
            <a:r>
              <a:rPr sz="2325" b="1">
                <a:solidFill>
                  <a:srgbClr val="17243B"/>
                </a:solidFill>
                <a:latin typeface="Microsoft YaHei"/>
                <a:ea typeface="Microsoft YaHei"/>
                <a:cs typeface="Microsoft YaHei"/>
              </a:rPr>
              <a:t>超出义务</a:t>
            </a:r>
          </a:p>
        </p:txBody>
      </p:sp>
      <p:sp>
        <p:nvSpPr>
          <p:cNvPr id="13" name="text-11">
            <a:extLst xmlns:a="http://schemas.openxmlformats.org/drawingml/2006/main">
              <a:ext uri="{FF2B5EF4-FFF2-40B4-BE49-F238E27FC236}">
                <a16:creationId xmlns:a16="http://schemas.microsoft.com/office/drawing/2014/main" id="{D3656F9B-0902-46F6-AE22-6132FF718DCE}"/>
              </a:ext>
            </a:extLst>
          </p:cNvPr>
          <p:cNvSpPr>
            <a:spLocks xmlns:a="http://schemas.openxmlformats.org/drawingml/2006/main" noGrp="1"/>
          </p:cNvSpPr>
          <p:nvPr/>
        </p:nvSpPr>
        <p:spPr>
          <a:xfrm xmlns:a="http://schemas.openxmlformats.org/drawingml/2006/main">
            <a:off x="8077200" y="4029075"/>
            <a:ext cx="33528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56174"/>
                </a:solidFill>
                <a:latin typeface="Microsoft YaHei"/>
                <a:ea typeface="Microsoft YaHei"/>
                <a:cs typeface="Microsoft YaHei"/>
              </a:defRPr>
            </a:defPPr>
          </a:lstStyle>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在基本职责之外</a:t>
            </a:r>
          </a:p>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为社区安全和公共事务作贡献</a:t>
            </a:r>
          </a:p>
        </p:txBody>
      </p:sp>
      <p:sp>
        <p:nvSpPr>
          <p:cNvPr id="14" name="takeaway">
            <a:extLst xmlns:a="http://schemas.openxmlformats.org/drawingml/2006/main">
              <a:ext uri="{FF2B5EF4-FFF2-40B4-BE49-F238E27FC236}">
                <a16:creationId xmlns:a16="http://schemas.microsoft.com/office/drawing/2014/main" id="{C7464B4B-9F6A-47D3-A5D4-68A97349F048}"/>
              </a:ext>
            </a:extLst>
          </p:cNvPr>
          <p:cNvSpPr>
            <a:spLocks xmlns:a="http://schemas.openxmlformats.org/drawingml/2006/main" noGrp="1"/>
          </p:cNvSpPr>
          <p:nvPr/>
        </p:nvSpPr>
        <p:spPr>
          <a:xfrm xmlns:a="http://schemas.openxmlformats.org/drawingml/2006/main">
            <a:off x="609600" y="568642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安全系数须依据具体规范、工况与风险确定，不能固定套用。</a:t>
            </a:r>
          </a:p>
        </p:txBody>
      </p:sp>
    </p:spTree>
    <p:extLst>
      <p:ext uri="{BB962C8B-B14F-4D97-AF65-F5344CB8AC3E}">
        <p14:creationId xmlns:p14="http://schemas.microsoft.com/office/powerpoint/2010/main" val="9157762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B41EA46C-04F0-4BA5-88F2-D7ACE0C6336E}"/>
              </a:ext>
            </a:extLst>
          </p:cNvPr>
          <p:cNvPicPr>
            <a:picLocks xmlns:a="http://schemas.openxmlformats.org/drawingml/2006/main" noChangeAspect="1"/>
          </p:cNvPicPr>
          <p:nvPr/>
        </p:nvPicPr>
        <p:blipFill>
          <a:blip xmlns:r="http://schemas.openxmlformats.org/officeDocument/2006/relationships" xmlns:a="http://schemas.openxmlformats.org/drawingml/2006/main" r:embed="R510270b791c44767"/>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A4C743A1-8783-42B5-A816-2837FFA810EC}"/>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CCC98682-31E5-4439-B9FF-8A0D0E525EDF}"/>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第一讲</a:t>
            </a:r>
          </a:p>
        </p:txBody>
      </p:sp>
      <p:sp>
        <p:nvSpPr>
          <p:cNvPr id="4" name="slide-title">
            <a:extLst xmlns:a="http://schemas.openxmlformats.org/drawingml/2006/main">
              <a:ext uri="{FF2B5EF4-FFF2-40B4-BE49-F238E27FC236}">
                <a16:creationId xmlns:a16="http://schemas.microsoft.com/office/drawing/2014/main" id="{F6781DB8-C258-4C23-83FE-250FBB011113}"/>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发现质量异常后的行动方案</a:t>
            </a:r>
          </a:p>
        </p:txBody>
      </p:sp>
      <p:sp>
        <p:nvSpPr>
          <p:cNvPr id="5" name="footer">
            <a:extLst xmlns:a="http://schemas.openxmlformats.org/drawingml/2006/main">
              <a:ext uri="{FF2B5EF4-FFF2-40B4-BE49-F238E27FC236}">
                <a16:creationId xmlns:a16="http://schemas.microsoft.com/office/drawing/2014/main" id="{AD06CD3D-10F6-46B8-BF65-88C7B8D1E5CD}"/>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8D82A1D5-2FB1-472B-BA8B-F47080E87802}"/>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10 / 22</a:t>
            </a:r>
          </a:p>
        </p:txBody>
      </p:sp>
      <p:sp>
        <p:nvSpPr>
          <p:cNvPr id="7" name="text-5">
            <a:extLst xmlns:a="http://schemas.openxmlformats.org/drawingml/2006/main">
              <a:ext uri="{FF2B5EF4-FFF2-40B4-BE49-F238E27FC236}">
                <a16:creationId xmlns:a16="http://schemas.microsoft.com/office/drawing/2014/main" id="{FDC28D64-91B4-4655-BEB2-B8EDA0D95043}"/>
              </a:ext>
            </a:extLst>
          </p:cNvPr>
          <p:cNvSpPr>
            <a:spLocks xmlns:a="http://schemas.openxmlformats.org/drawingml/2006/main" noGrp="1"/>
          </p:cNvSpPr>
          <p:nvPr/>
        </p:nvSpPr>
        <p:spPr>
          <a:xfrm xmlns:a="http://schemas.openxmlformats.org/drawingml/2006/main">
            <a:off x="609600" y="206692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43B"/>
                </a:solidFill>
                <a:latin typeface="Microsoft YaHei"/>
                <a:ea typeface="Microsoft YaHei"/>
                <a:cs typeface="Microsoft YaHei"/>
              </a:defRPr>
            </a:defPPr>
          </a:lstStyle>
          <a:p xmlns:a="http://schemas.openxmlformats.org/drawingml/2006/main">
            <a:pPr algn="l">
              <a:defRPr sz="2025" b="0">
                <a:solidFill>
                  <a:srgbClr val="17243B"/>
                </a:solidFill>
                <a:latin typeface="Microsoft YaHei"/>
                <a:ea typeface="Microsoft YaHei"/>
                <a:cs typeface="Microsoft YaHei"/>
              </a:defRPr>
            </a:pPr>
            <a:r>
              <a:rPr sz="2025" b="0">
                <a:solidFill>
                  <a:srgbClr val="17243B"/>
                </a:solidFill>
                <a:latin typeface="Microsoft YaHei"/>
                <a:ea typeface="Microsoft YaHei"/>
                <a:cs typeface="Microsoft YaHei"/>
              </a:rPr>
              <a:t>课堂假设：进场材料检测不合格，部分已投入使用。</a:t>
            </a:r>
          </a:p>
          <a:p xmlns:a="http://schemas.openxmlformats.org/drawingml/2006/main">
            <a:pPr algn="l">
              <a:defRPr sz="2025" b="0">
                <a:solidFill>
                  <a:srgbClr val="17243B"/>
                </a:solidFill>
                <a:latin typeface="Microsoft YaHei"/>
                <a:ea typeface="Microsoft YaHei"/>
                <a:cs typeface="Microsoft YaHei"/>
              </a:defRPr>
            </a:pPr>
            <a:r>
              <a:rPr sz="2025" b="0">
                <a:solidFill>
                  <a:srgbClr val="17243B"/>
                </a:solidFill>
                <a:latin typeface="Microsoft YaHei"/>
                <a:ea typeface="Microsoft YaHei"/>
                <a:cs typeface="Microsoft YaHei"/>
              </a:rPr>
              <a:t>项目经理要求先签字，理由是停工会造成工期和经济损失。</a:t>
            </a:r>
          </a:p>
        </p:txBody>
      </p:sp>
      <p:sp>
        <p:nvSpPr>
          <p:cNvPr id="8" name="text-6">
            <a:extLst xmlns:a="http://schemas.openxmlformats.org/drawingml/2006/main">
              <a:ext uri="{FF2B5EF4-FFF2-40B4-BE49-F238E27FC236}">
                <a16:creationId xmlns:a16="http://schemas.microsoft.com/office/drawing/2014/main" id="{1B986CE5-3E6D-4F1D-8638-EE7EAA811D89}"/>
              </a:ext>
            </a:extLst>
          </p:cNvPr>
          <p:cNvSpPr>
            <a:spLocks xmlns:a="http://schemas.openxmlformats.org/drawingml/2006/main" noGrp="1"/>
          </p:cNvSpPr>
          <p:nvPr/>
        </p:nvSpPr>
        <p:spPr>
          <a:xfrm xmlns:a="http://schemas.openxmlformats.org/drawingml/2006/main">
            <a:off x="609600" y="3381375"/>
            <a:ext cx="190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证据核实</a:t>
            </a:r>
          </a:p>
        </p:txBody>
      </p:sp>
      <p:sp>
        <p:nvSpPr>
          <p:cNvPr id="9" name="text-7">
            <a:extLst xmlns:a="http://schemas.openxmlformats.org/drawingml/2006/main">
              <a:ext uri="{FF2B5EF4-FFF2-40B4-BE49-F238E27FC236}">
                <a16:creationId xmlns:a16="http://schemas.microsoft.com/office/drawing/2014/main" id="{43368C58-3AD6-4A2F-89F8-EC25D9D8BB1E}"/>
              </a:ext>
            </a:extLst>
          </p:cNvPr>
          <p:cNvSpPr>
            <a:spLocks xmlns:a="http://schemas.openxmlformats.org/drawingml/2006/main" noGrp="1"/>
          </p:cNvSpPr>
          <p:nvPr/>
        </p:nvSpPr>
        <p:spPr>
          <a:xfrm xmlns:a="http://schemas.openxmlformats.org/drawingml/2006/main">
            <a:off x="2752725" y="3381375"/>
            <a:ext cx="8696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43B"/>
                </a:solidFill>
                <a:latin typeface="Microsoft YaHei"/>
                <a:ea typeface="Microsoft YaHei"/>
                <a:cs typeface="Microsoft YaHei"/>
              </a:defRPr>
            </a:defPPr>
          </a:lstStyle>
          <a:p xmlns:a="http://schemas.openxmlformats.org/drawingml/2006/main">
            <a:pPr algn="l">
              <a:defRPr sz="1800" b="0">
                <a:solidFill>
                  <a:srgbClr val="17243B"/>
                </a:solidFill>
                <a:latin typeface="Microsoft YaHei"/>
                <a:ea typeface="Microsoft YaHei"/>
                <a:cs typeface="Microsoft YaHei"/>
              </a:defRPr>
            </a:pPr>
            <a:r>
              <a:rPr sz="1800" b="0">
                <a:solidFill>
                  <a:srgbClr val="17243B"/>
                </a:solidFill>
                <a:latin typeface="Microsoft YaHei"/>
                <a:ea typeface="Microsoft YaHei"/>
                <a:cs typeface="Microsoft YaHei"/>
              </a:rPr>
              <a:t>还需核验哪些检测、批次与使用记录？</a:t>
            </a:r>
          </a:p>
        </p:txBody>
      </p:sp>
      <p:sp>
        <p:nvSpPr>
          <p:cNvPr id="10" name="text-8">
            <a:extLst xmlns:a="http://schemas.openxmlformats.org/drawingml/2006/main">
              <a:ext uri="{FF2B5EF4-FFF2-40B4-BE49-F238E27FC236}">
                <a16:creationId xmlns:a16="http://schemas.microsoft.com/office/drawing/2014/main" id="{5EDAA6B9-43DF-4B26-BC51-54E12872C0D1}"/>
              </a:ext>
            </a:extLst>
          </p:cNvPr>
          <p:cNvSpPr>
            <a:spLocks xmlns:a="http://schemas.openxmlformats.org/drawingml/2006/main" noGrp="1"/>
          </p:cNvSpPr>
          <p:nvPr/>
        </p:nvSpPr>
        <p:spPr>
          <a:xfrm xmlns:a="http://schemas.openxmlformats.org/drawingml/2006/main">
            <a:off x="609600" y="3943350"/>
            <a:ext cx="190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即时防护</a:t>
            </a:r>
          </a:p>
        </p:txBody>
      </p:sp>
      <p:sp>
        <p:nvSpPr>
          <p:cNvPr id="11" name="text-9">
            <a:extLst xmlns:a="http://schemas.openxmlformats.org/drawingml/2006/main">
              <a:ext uri="{FF2B5EF4-FFF2-40B4-BE49-F238E27FC236}">
                <a16:creationId xmlns:a16="http://schemas.microsoft.com/office/drawing/2014/main" id="{4C850924-C16C-425F-BF82-9A60073A5413}"/>
              </a:ext>
            </a:extLst>
          </p:cNvPr>
          <p:cNvSpPr>
            <a:spLocks xmlns:a="http://schemas.openxmlformats.org/drawingml/2006/main" noGrp="1"/>
          </p:cNvSpPr>
          <p:nvPr/>
        </p:nvSpPr>
        <p:spPr>
          <a:xfrm xmlns:a="http://schemas.openxmlformats.org/drawingml/2006/main">
            <a:off x="2752725" y="3943350"/>
            <a:ext cx="8696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43B"/>
                </a:solidFill>
                <a:latin typeface="Microsoft YaHei"/>
                <a:ea typeface="Microsoft YaHei"/>
                <a:cs typeface="Microsoft YaHei"/>
              </a:defRPr>
            </a:defPPr>
          </a:lstStyle>
          <a:p xmlns:a="http://schemas.openxmlformats.org/drawingml/2006/main">
            <a:pPr algn="l">
              <a:defRPr sz="1800" b="0">
                <a:solidFill>
                  <a:srgbClr val="17243B"/>
                </a:solidFill>
                <a:latin typeface="Microsoft YaHei"/>
                <a:ea typeface="Microsoft YaHei"/>
                <a:cs typeface="Microsoft YaHei"/>
              </a:defRPr>
            </a:pPr>
            <a:r>
              <a:rPr sz="1800" b="0">
                <a:solidFill>
                  <a:srgbClr val="17243B"/>
                </a:solidFill>
                <a:latin typeface="Microsoft YaHei"/>
                <a:ea typeface="Microsoft YaHei"/>
                <a:cs typeface="Microsoft YaHei"/>
              </a:rPr>
              <a:t>哪些危险作业应先控制？谁有相应权限？</a:t>
            </a:r>
          </a:p>
        </p:txBody>
      </p:sp>
      <p:sp>
        <p:nvSpPr>
          <p:cNvPr id="12" name="text-10">
            <a:extLst xmlns:a="http://schemas.openxmlformats.org/drawingml/2006/main">
              <a:ext uri="{FF2B5EF4-FFF2-40B4-BE49-F238E27FC236}">
                <a16:creationId xmlns:a16="http://schemas.microsoft.com/office/drawing/2014/main" id="{27848359-680C-4AC3-A137-5FF204FC7604}"/>
              </a:ext>
            </a:extLst>
          </p:cNvPr>
          <p:cNvSpPr>
            <a:spLocks xmlns:a="http://schemas.openxmlformats.org/drawingml/2006/main" noGrp="1"/>
          </p:cNvSpPr>
          <p:nvPr/>
        </p:nvSpPr>
        <p:spPr>
          <a:xfrm xmlns:a="http://schemas.openxmlformats.org/drawingml/2006/main">
            <a:off x="609600" y="4505325"/>
            <a:ext cx="190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报告升级</a:t>
            </a:r>
          </a:p>
        </p:txBody>
      </p:sp>
      <p:sp>
        <p:nvSpPr>
          <p:cNvPr id="13" name="text-11">
            <a:extLst xmlns:a="http://schemas.openxmlformats.org/drawingml/2006/main">
              <a:ext uri="{FF2B5EF4-FFF2-40B4-BE49-F238E27FC236}">
                <a16:creationId xmlns:a16="http://schemas.microsoft.com/office/drawing/2014/main" id="{8C79492E-007C-43D3-B41B-A0C946B93425}"/>
              </a:ext>
            </a:extLst>
          </p:cNvPr>
          <p:cNvSpPr>
            <a:spLocks xmlns:a="http://schemas.openxmlformats.org/drawingml/2006/main" noGrp="1"/>
          </p:cNvSpPr>
          <p:nvPr/>
        </p:nvSpPr>
        <p:spPr>
          <a:xfrm xmlns:a="http://schemas.openxmlformats.org/drawingml/2006/main">
            <a:off x="2752725" y="4505325"/>
            <a:ext cx="8696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43B"/>
                </a:solidFill>
                <a:latin typeface="Microsoft YaHei"/>
                <a:ea typeface="Microsoft YaHei"/>
                <a:cs typeface="Microsoft YaHei"/>
              </a:defRPr>
            </a:defPPr>
          </a:lstStyle>
          <a:p xmlns:a="http://schemas.openxmlformats.org/drawingml/2006/main">
            <a:pPr algn="l">
              <a:defRPr sz="1800" b="0">
                <a:solidFill>
                  <a:srgbClr val="17243B"/>
                </a:solidFill>
                <a:latin typeface="Microsoft YaHei"/>
                <a:ea typeface="Microsoft YaHei"/>
                <a:cs typeface="Microsoft YaHei"/>
              </a:defRPr>
            </a:pPr>
            <a:r>
              <a:rPr sz="1800" b="0">
                <a:solidFill>
                  <a:srgbClr val="17243B"/>
                </a:solidFill>
                <a:latin typeface="Microsoft YaHei"/>
                <a:ea typeface="Microsoft YaHei"/>
                <a:cs typeface="Microsoft YaHei"/>
              </a:rPr>
              <a:t>向谁报告？内部处理无效或风险紧迫时如何升级？</a:t>
            </a:r>
          </a:p>
        </p:txBody>
      </p:sp>
      <p:sp>
        <p:nvSpPr>
          <p:cNvPr id="14" name="text-12">
            <a:extLst xmlns:a="http://schemas.openxmlformats.org/drawingml/2006/main">
              <a:ext uri="{FF2B5EF4-FFF2-40B4-BE49-F238E27FC236}">
                <a16:creationId xmlns:a16="http://schemas.microsoft.com/office/drawing/2014/main" id="{DF254534-FC64-44A2-B0BD-8397CE1C1A4C}"/>
              </a:ext>
            </a:extLst>
          </p:cNvPr>
          <p:cNvSpPr>
            <a:spLocks xmlns:a="http://schemas.openxmlformats.org/drawingml/2006/main" noGrp="1"/>
          </p:cNvSpPr>
          <p:nvPr/>
        </p:nvSpPr>
        <p:spPr>
          <a:xfrm xmlns:a="http://schemas.openxmlformats.org/drawingml/2006/main">
            <a:off x="609600" y="5067300"/>
            <a:ext cx="190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记录与复核</a:t>
            </a:r>
          </a:p>
        </p:txBody>
      </p:sp>
      <p:sp>
        <p:nvSpPr>
          <p:cNvPr id="15" name="text-13">
            <a:extLst xmlns:a="http://schemas.openxmlformats.org/drawingml/2006/main">
              <a:ext uri="{FF2B5EF4-FFF2-40B4-BE49-F238E27FC236}">
                <a16:creationId xmlns:a16="http://schemas.microsoft.com/office/drawing/2014/main" id="{160C3425-0DC3-48F8-9BC7-4D22A62E6D57}"/>
              </a:ext>
            </a:extLst>
          </p:cNvPr>
          <p:cNvSpPr>
            <a:spLocks xmlns:a="http://schemas.openxmlformats.org/drawingml/2006/main" noGrp="1"/>
          </p:cNvSpPr>
          <p:nvPr/>
        </p:nvSpPr>
        <p:spPr>
          <a:xfrm xmlns:a="http://schemas.openxmlformats.org/drawingml/2006/main">
            <a:off x="2752725" y="5067300"/>
            <a:ext cx="8696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43B"/>
                </a:solidFill>
                <a:latin typeface="Microsoft YaHei"/>
                <a:ea typeface="Microsoft YaHei"/>
                <a:cs typeface="Microsoft YaHei"/>
              </a:defRPr>
            </a:defPPr>
          </a:lstStyle>
          <a:p xmlns:a="http://schemas.openxmlformats.org/drawingml/2006/main">
            <a:pPr algn="l">
              <a:defRPr sz="1800" b="0">
                <a:solidFill>
                  <a:srgbClr val="17243B"/>
                </a:solidFill>
                <a:latin typeface="Microsoft YaHei"/>
                <a:ea typeface="Microsoft YaHei"/>
                <a:cs typeface="Microsoft YaHei"/>
              </a:defRPr>
            </a:pPr>
            <a:r>
              <a:rPr sz="1800" b="0">
                <a:solidFill>
                  <a:srgbClr val="17243B"/>
                </a:solidFill>
                <a:latin typeface="Microsoft YaHei"/>
                <a:ea typeface="Microsoft YaHei"/>
                <a:cs typeface="Microsoft YaHei"/>
              </a:rPr>
              <a:t>怎样留存证据，并确认整改措施有效？</a:t>
            </a:r>
          </a:p>
        </p:txBody>
      </p:sp>
      <p:sp>
        <p:nvSpPr>
          <p:cNvPr id="16" name="takeaway">
            <a:extLst xmlns:a="http://schemas.openxmlformats.org/drawingml/2006/main">
              <a:ext uri="{FF2B5EF4-FFF2-40B4-BE49-F238E27FC236}">
                <a16:creationId xmlns:a16="http://schemas.microsoft.com/office/drawing/2014/main" id="{A7808971-9614-47AA-B854-6F4EF2F04146}"/>
              </a:ext>
            </a:extLst>
          </p:cNvPr>
          <p:cNvSpPr>
            <a:spLocks xmlns:a="http://schemas.openxmlformats.org/drawingml/2006/main" noGrp="1"/>
          </p:cNvSpPr>
          <p:nvPr/>
        </p:nvSpPr>
        <p:spPr>
          <a:xfrm xmlns:a="http://schemas.openxmlformats.org/drawingml/2006/main">
            <a:off x="609600" y="57531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小组提交：一项判断、两项证据、一份分步骤行动方案。</a:t>
            </a:r>
          </a:p>
        </p:txBody>
      </p:sp>
    </p:spTree>
    <p:extLst>
      <p:ext uri="{BB962C8B-B14F-4D97-AF65-F5344CB8AC3E}">
        <p14:creationId xmlns:p14="http://schemas.microsoft.com/office/powerpoint/2010/main" val="2987453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F02B65D4-4D64-42B0-B45A-05A2AC222BDF}"/>
              </a:ext>
            </a:extLst>
          </p:cNvPr>
          <p:cNvPicPr>
            <a:picLocks xmlns:a="http://schemas.openxmlformats.org/drawingml/2006/main" noChangeAspect="1"/>
          </p:cNvPicPr>
          <p:nvPr/>
        </p:nvPicPr>
        <p:blipFill>
          <a:blip xmlns:r="http://schemas.openxmlformats.org/officeDocument/2006/relationships" xmlns:a="http://schemas.openxmlformats.org/drawingml/2006/main" r:embed="Recece55489934fc0"/>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D86D28B3-D0CB-40BA-8DCB-09CDE71E1E07}"/>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2EA7C25E-A5DA-4E2B-A220-47EEE9D3B330}"/>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第一讲</a:t>
            </a:r>
          </a:p>
        </p:txBody>
      </p:sp>
      <p:sp>
        <p:nvSpPr>
          <p:cNvPr id="4" name="slide-title">
            <a:extLst xmlns:a="http://schemas.openxmlformats.org/drawingml/2006/main">
              <a:ext uri="{FF2B5EF4-FFF2-40B4-BE49-F238E27FC236}">
                <a16:creationId xmlns:a16="http://schemas.microsoft.com/office/drawing/2014/main" id="{5FCE0907-E578-45A7-A348-9B843DBD9E1C}"/>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工程伦理落实在可执行的行动中</a:t>
            </a:r>
          </a:p>
        </p:txBody>
      </p:sp>
      <p:sp>
        <p:nvSpPr>
          <p:cNvPr id="5" name="footer">
            <a:extLst xmlns:a="http://schemas.openxmlformats.org/drawingml/2006/main">
              <a:ext uri="{FF2B5EF4-FFF2-40B4-BE49-F238E27FC236}">
                <a16:creationId xmlns:a16="http://schemas.microsoft.com/office/drawing/2014/main" id="{2CC7FA2F-9A65-43AB-A514-B8B8CB6BE2BB}"/>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5C3E72EE-94F4-4E52-AD04-907A46BF29A8}"/>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11 / 22</a:t>
            </a:r>
          </a:p>
        </p:txBody>
      </p:sp>
      <p:sp>
        <p:nvSpPr>
          <p:cNvPr id="7" name="text-5">
            <a:extLst xmlns:a="http://schemas.openxmlformats.org/drawingml/2006/main">
              <a:ext uri="{FF2B5EF4-FFF2-40B4-BE49-F238E27FC236}">
                <a16:creationId xmlns:a16="http://schemas.microsoft.com/office/drawing/2014/main" id="{BDC54981-D3EE-4CD8-93C9-22F3CFE358A5}"/>
              </a:ext>
            </a:extLst>
          </p:cNvPr>
          <p:cNvSpPr>
            <a:spLocks xmlns:a="http://schemas.openxmlformats.org/drawingml/2006/main" noGrp="1"/>
          </p:cNvSpPr>
          <p:nvPr/>
        </p:nvSpPr>
        <p:spPr>
          <a:xfrm xmlns:a="http://schemas.openxmlformats.org/drawingml/2006/main">
            <a:off x="609600" y="2152650"/>
            <a:ext cx="107918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A0000"/>
                </a:solidFill>
                <a:latin typeface="Microsoft YaHei"/>
                <a:ea typeface="Microsoft YaHei"/>
                <a:cs typeface="Microsoft YaHei"/>
              </a:defRPr>
            </a:defPPr>
          </a:lstStyle>
          <a:p xmlns:a="http://schemas.openxmlformats.org/drawingml/2006/main">
            <a:pPr algn="l">
              <a:defRPr sz="2325" b="1">
                <a:solidFill>
                  <a:srgbClr val="AA0000"/>
                </a:solidFill>
                <a:latin typeface="Microsoft YaHei"/>
                <a:ea typeface="Microsoft YaHei"/>
                <a:cs typeface="Microsoft YaHei"/>
              </a:defRPr>
            </a:pPr>
            <a:r>
              <a:rPr sz="2325" b="1">
                <a:solidFill>
                  <a:srgbClr val="AA0000"/>
                </a:solidFill>
                <a:latin typeface="Microsoft YaHei"/>
                <a:ea typeface="Microsoft YaHei"/>
                <a:cs typeface="Microsoft YaHei"/>
              </a:rPr>
              <a:t>事故分析需要同时检视技术缺陷、组织管理与监督机制。</a:t>
            </a:r>
          </a:p>
        </p:txBody>
      </p:sp>
      <p:sp>
        <p:nvSpPr>
          <p:cNvPr id="8" name="text-6">
            <a:extLst xmlns:a="http://schemas.openxmlformats.org/drawingml/2006/main">
              <a:ext uri="{FF2B5EF4-FFF2-40B4-BE49-F238E27FC236}">
                <a16:creationId xmlns:a16="http://schemas.microsoft.com/office/drawing/2014/main" id="{5FA4381E-F217-427B-9D13-722851DB72BD}"/>
              </a:ext>
            </a:extLst>
          </p:cNvPr>
          <p:cNvSpPr>
            <a:spLocks xmlns:a="http://schemas.openxmlformats.org/drawingml/2006/main" noGrp="1"/>
          </p:cNvSpPr>
          <p:nvPr/>
        </p:nvSpPr>
        <p:spPr>
          <a:xfrm xmlns:a="http://schemas.openxmlformats.org/drawingml/2006/main">
            <a:off x="609600" y="3400425"/>
            <a:ext cx="619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01</a:t>
            </a:r>
          </a:p>
        </p:txBody>
      </p:sp>
      <p:sp>
        <p:nvSpPr>
          <p:cNvPr id="9" name="text-7">
            <a:extLst xmlns:a="http://schemas.openxmlformats.org/drawingml/2006/main">
              <a:ext uri="{FF2B5EF4-FFF2-40B4-BE49-F238E27FC236}">
                <a16:creationId xmlns:a16="http://schemas.microsoft.com/office/drawing/2014/main" id="{EB8CB894-1495-45A4-94F9-905CE8DF1F7D}"/>
              </a:ext>
            </a:extLst>
          </p:cNvPr>
          <p:cNvSpPr>
            <a:spLocks xmlns:a="http://schemas.openxmlformats.org/drawingml/2006/main" noGrp="1"/>
          </p:cNvSpPr>
          <p:nvPr/>
        </p:nvSpPr>
        <p:spPr>
          <a:xfrm xmlns:a="http://schemas.openxmlformats.org/drawingml/2006/main">
            <a:off x="1476375" y="3400425"/>
            <a:ext cx="9963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43B"/>
                </a:solidFill>
                <a:latin typeface="Microsoft YaHei"/>
                <a:ea typeface="Microsoft YaHei"/>
                <a:cs typeface="Microsoft YaHei"/>
              </a:defRPr>
            </a:defPPr>
          </a:lstStyle>
          <a:p xmlns:a="http://schemas.openxmlformats.org/drawingml/2006/main">
            <a:pPr algn="l">
              <a:defRPr sz="2100" b="0">
                <a:solidFill>
                  <a:srgbClr val="17243B"/>
                </a:solidFill>
                <a:latin typeface="Microsoft YaHei"/>
                <a:ea typeface="Microsoft YaHei"/>
                <a:cs typeface="Microsoft YaHei"/>
              </a:defRPr>
            </a:pPr>
            <a:r>
              <a:rPr sz="2100" b="0">
                <a:solidFill>
                  <a:srgbClr val="17243B"/>
                </a:solidFill>
                <a:latin typeface="Microsoft YaHei"/>
                <a:ea typeface="Microsoft YaHei"/>
                <a:cs typeface="Microsoft YaHei"/>
              </a:rPr>
              <a:t>工程职业承担面向公众的专业责任</a:t>
            </a:r>
          </a:p>
        </p:txBody>
      </p:sp>
      <p:sp>
        <p:nvSpPr>
          <p:cNvPr id="10" name="text-8">
            <a:extLst xmlns:a="http://schemas.openxmlformats.org/drawingml/2006/main">
              <a:ext uri="{FF2B5EF4-FFF2-40B4-BE49-F238E27FC236}">
                <a16:creationId xmlns:a16="http://schemas.microsoft.com/office/drawing/2014/main" id="{9AD1AC97-89DA-48E6-8E94-F7AE9B01F3CE}"/>
              </a:ext>
            </a:extLst>
          </p:cNvPr>
          <p:cNvSpPr>
            <a:spLocks xmlns:a="http://schemas.openxmlformats.org/drawingml/2006/main" noGrp="1"/>
          </p:cNvSpPr>
          <p:nvPr/>
        </p:nvSpPr>
        <p:spPr>
          <a:xfrm xmlns:a="http://schemas.openxmlformats.org/drawingml/2006/main">
            <a:off x="609600" y="4067175"/>
            <a:ext cx="619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02</a:t>
            </a:r>
          </a:p>
        </p:txBody>
      </p:sp>
      <p:sp>
        <p:nvSpPr>
          <p:cNvPr id="11" name="text-9">
            <a:extLst xmlns:a="http://schemas.openxmlformats.org/drawingml/2006/main">
              <a:ext uri="{FF2B5EF4-FFF2-40B4-BE49-F238E27FC236}">
                <a16:creationId xmlns:a16="http://schemas.microsoft.com/office/drawing/2014/main" id="{EB4EDAA9-A98F-4A90-8958-D15DE8798EB7}"/>
              </a:ext>
            </a:extLst>
          </p:cNvPr>
          <p:cNvSpPr>
            <a:spLocks xmlns:a="http://schemas.openxmlformats.org/drawingml/2006/main" noGrp="1"/>
          </p:cNvSpPr>
          <p:nvPr/>
        </p:nvSpPr>
        <p:spPr>
          <a:xfrm xmlns:a="http://schemas.openxmlformats.org/drawingml/2006/main">
            <a:off x="1476375" y="4067175"/>
            <a:ext cx="9963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43B"/>
                </a:solidFill>
                <a:latin typeface="Microsoft YaHei"/>
                <a:ea typeface="Microsoft YaHei"/>
                <a:cs typeface="Microsoft YaHei"/>
              </a:defRPr>
            </a:defPPr>
          </a:lstStyle>
          <a:p xmlns:a="http://schemas.openxmlformats.org/drawingml/2006/main">
            <a:pPr algn="l">
              <a:defRPr sz="2100" b="0">
                <a:solidFill>
                  <a:srgbClr val="17243B"/>
                </a:solidFill>
                <a:latin typeface="Microsoft YaHei"/>
                <a:ea typeface="Microsoft YaHei"/>
                <a:cs typeface="Microsoft YaHei"/>
              </a:defRPr>
            </a:pPr>
            <a:r>
              <a:rPr sz="2100" b="0">
                <a:solidFill>
                  <a:srgbClr val="17243B"/>
                </a:solidFill>
                <a:latin typeface="Microsoft YaHei"/>
                <a:ea typeface="Microsoft YaHei"/>
                <a:cs typeface="Microsoft YaHei"/>
              </a:rPr>
              <a:t>风险处置需要可靠证据与独立判断</a:t>
            </a:r>
          </a:p>
        </p:txBody>
      </p:sp>
      <p:sp>
        <p:nvSpPr>
          <p:cNvPr id="12" name="text-10">
            <a:extLst xmlns:a="http://schemas.openxmlformats.org/drawingml/2006/main">
              <a:ext uri="{FF2B5EF4-FFF2-40B4-BE49-F238E27FC236}">
                <a16:creationId xmlns:a16="http://schemas.microsoft.com/office/drawing/2014/main" id="{EBE2A3E1-1E8E-4A2C-82A2-A98EF529D1D6}"/>
              </a:ext>
            </a:extLst>
          </p:cNvPr>
          <p:cNvSpPr>
            <a:spLocks xmlns:a="http://schemas.openxmlformats.org/drawingml/2006/main" noGrp="1"/>
          </p:cNvSpPr>
          <p:nvPr/>
        </p:nvSpPr>
        <p:spPr>
          <a:xfrm xmlns:a="http://schemas.openxmlformats.org/drawingml/2006/main">
            <a:off x="609600" y="4733925"/>
            <a:ext cx="619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03</a:t>
            </a:r>
          </a:p>
        </p:txBody>
      </p:sp>
      <p:sp>
        <p:nvSpPr>
          <p:cNvPr id="13" name="text-11">
            <a:extLst xmlns:a="http://schemas.openxmlformats.org/drawingml/2006/main">
              <a:ext uri="{FF2B5EF4-FFF2-40B4-BE49-F238E27FC236}">
                <a16:creationId xmlns:a16="http://schemas.microsoft.com/office/drawing/2014/main" id="{FA11497F-354B-447D-941E-79A1F3D764C6}"/>
              </a:ext>
            </a:extLst>
          </p:cNvPr>
          <p:cNvSpPr>
            <a:spLocks xmlns:a="http://schemas.openxmlformats.org/drawingml/2006/main" noGrp="1"/>
          </p:cNvSpPr>
          <p:nvPr/>
        </p:nvSpPr>
        <p:spPr>
          <a:xfrm xmlns:a="http://schemas.openxmlformats.org/drawingml/2006/main">
            <a:off x="1476375" y="4733925"/>
            <a:ext cx="9963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43B"/>
                </a:solidFill>
                <a:latin typeface="Microsoft YaHei"/>
                <a:ea typeface="Microsoft YaHei"/>
                <a:cs typeface="Microsoft YaHei"/>
              </a:defRPr>
            </a:defPPr>
          </a:lstStyle>
          <a:p xmlns:a="http://schemas.openxmlformats.org/drawingml/2006/main">
            <a:pPr algn="l">
              <a:defRPr sz="2100" b="0">
                <a:solidFill>
                  <a:srgbClr val="17243B"/>
                </a:solidFill>
                <a:latin typeface="Microsoft YaHei"/>
                <a:ea typeface="Microsoft YaHei"/>
                <a:cs typeface="Microsoft YaHei"/>
              </a:defRPr>
            </a:pPr>
            <a:r>
              <a:rPr sz="2100" b="0">
                <a:solidFill>
                  <a:srgbClr val="17243B"/>
                </a:solidFill>
                <a:latin typeface="Microsoft YaHei"/>
                <a:ea typeface="Microsoft YaHei"/>
                <a:cs typeface="Microsoft YaHei"/>
              </a:rPr>
              <a:t>报告、防护与整改记录构成行动闭环</a:t>
            </a:r>
          </a:p>
        </p:txBody>
      </p:sp>
      <p:sp>
        <p:nvSpPr>
          <p:cNvPr id="14" name="takeaway">
            <a:extLst xmlns:a="http://schemas.openxmlformats.org/drawingml/2006/main">
              <a:ext uri="{FF2B5EF4-FFF2-40B4-BE49-F238E27FC236}">
                <a16:creationId xmlns:a16="http://schemas.microsoft.com/office/drawing/2014/main" id="{8C7BECE5-DCEB-488A-BA67-F00D3E1B99E7}"/>
              </a:ext>
            </a:extLst>
          </p:cNvPr>
          <p:cNvSpPr>
            <a:spLocks xmlns:a="http://schemas.openxmlformats.org/drawingml/2006/main" noGrp="1"/>
          </p:cNvSpPr>
          <p:nvPr/>
        </p:nvSpPr>
        <p:spPr>
          <a:xfrm xmlns:a="http://schemas.openxmlformats.org/drawingml/2006/main">
            <a:off x="609600" y="58197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离堂任务：指出一个责任节点，写出一项改进措施及其依据。</a:t>
            </a:r>
          </a:p>
        </p:txBody>
      </p:sp>
    </p:spTree>
    <p:extLst>
      <p:ext uri="{BB962C8B-B14F-4D97-AF65-F5344CB8AC3E}">
        <p14:creationId xmlns:p14="http://schemas.microsoft.com/office/powerpoint/2010/main" val="95031891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DB514E0-38D3-4CA8-846D-86BB48EFA1AE}"/>
              </a:ext>
            </a:extLst>
          </p:cNvPr>
          <p:cNvPicPr>
            <a:picLocks xmlns:a="http://schemas.openxmlformats.org/drawingml/2006/main" noChangeAspect="1"/>
          </p:cNvPicPr>
          <p:nvPr/>
        </p:nvPicPr>
        <p:blipFill>
          <a:blip xmlns:r="http://schemas.openxmlformats.org/officeDocument/2006/relationships" xmlns:a="http://schemas.openxmlformats.org/drawingml/2006/main" r:embed="R5799364410254b2a"/>
          <a:stretch xmlns:a="http://schemas.openxmlformats.org/drawingml/2006/main"/>
        </p:blipFill>
        <p:spPr>
          <a:xfrm xmlns:a="http://schemas.openxmlformats.org/drawingml/2006/main">
            <a:off x="609600" y="497618"/>
            <a:ext cx="1657350" cy="1109789"/>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380D4AAF-3CA7-4925-87F6-FB3815AFCDB6}"/>
              </a:ext>
            </a:extLst>
          </p:cNvPr>
          <p:cNvSpPr>
            <a:spLocks xmlns:a="http://schemas.openxmlformats.org/drawingml/2006/main" noGrp="1"/>
          </p:cNvSpPr>
          <p:nvPr/>
        </p:nvSpPr>
        <p:spPr>
          <a:xfrm xmlns:a="http://schemas.openxmlformats.org/drawingml/2006/main">
            <a:off x="2476500" y="723900"/>
            <a:ext cx="762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AA0000"/>
                </a:solidFill>
                <a:latin typeface="Microsoft YaHei"/>
                <a:ea typeface="Microsoft YaHei"/>
                <a:cs typeface="Microsoft YaHei"/>
              </a:defRPr>
            </a:defPPr>
          </a:lstStyle>
          <a:p xmlns:a="http://schemas.openxmlformats.org/drawingml/2006/main">
            <a:pPr algn="l">
              <a:defRPr sz="2700" b="1">
                <a:solidFill>
                  <a:srgbClr val="AA0000"/>
                </a:solidFill>
                <a:latin typeface="Microsoft YaHei"/>
                <a:ea typeface="Microsoft YaHei"/>
                <a:cs typeface="Microsoft YaHei"/>
              </a:defRPr>
            </a:pPr>
            <a:r>
              <a:rPr sz="2700" b="1">
                <a:solidFill>
                  <a:srgbClr val="AA0000"/>
                </a:solidFill>
                <a:latin typeface="Microsoft YaHei"/>
                <a:ea typeface="Microsoft YaHei"/>
                <a:cs typeface="Microsoft YaHei"/>
              </a:rPr>
              <a:t>河南师范大学</a:t>
            </a:r>
          </a:p>
        </p:txBody>
      </p:sp>
      <p:sp>
        <p:nvSpPr>
          <p:cNvPr id="3" name="text-1">
            <a:extLst xmlns:a="http://schemas.openxmlformats.org/drawingml/2006/main">
              <a:ext uri="{FF2B5EF4-FFF2-40B4-BE49-F238E27FC236}">
                <a16:creationId xmlns:a16="http://schemas.microsoft.com/office/drawing/2014/main" id="{1608FD7F-4A40-463B-9F77-FC9B858583EF}"/>
              </a:ext>
            </a:extLst>
          </p:cNvPr>
          <p:cNvSpPr>
            <a:spLocks xmlns:a="http://schemas.openxmlformats.org/drawingml/2006/main" noGrp="1"/>
          </p:cNvSpPr>
          <p:nvPr/>
        </p:nvSpPr>
        <p:spPr>
          <a:xfrm xmlns:a="http://schemas.openxmlformats.org/drawingml/2006/main">
            <a:off x="2476500" y="1266825"/>
            <a:ext cx="781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56174"/>
                </a:solidFill>
                <a:latin typeface="Microsoft YaHei"/>
                <a:ea typeface="Microsoft YaHei"/>
                <a:cs typeface="Microsoft YaHei"/>
              </a:defRPr>
            </a:defPPr>
          </a:lstStyle>
          <a:p xmlns:a="http://schemas.openxmlformats.org/drawingml/2006/main">
            <a:pPr algn="l">
              <a:defRPr sz="1575" b="0">
                <a:solidFill>
                  <a:srgbClr val="556174"/>
                </a:solidFill>
                <a:latin typeface="Microsoft YaHei"/>
                <a:ea typeface="Microsoft YaHei"/>
                <a:cs typeface="Microsoft YaHei"/>
              </a:defRPr>
            </a:pPr>
            <a:r>
              <a:rPr sz="1575" b="0">
                <a:solidFill>
                  <a:srgbClr val="556174"/>
                </a:solidFill>
                <a:latin typeface="Microsoft YaHei"/>
                <a:ea typeface="Microsoft YaHei"/>
                <a:cs typeface="Microsoft YaHei"/>
              </a:rPr>
              <a:t>HENAN NORMAL UNIVERSITY</a:t>
            </a:r>
          </a:p>
        </p:txBody>
      </p:sp>
      <p:sp>
        <p:nvSpPr>
          <p:cNvPr id="4" name="text-2">
            <a:extLst xmlns:a="http://schemas.openxmlformats.org/drawingml/2006/main">
              <a:ext uri="{FF2B5EF4-FFF2-40B4-BE49-F238E27FC236}">
                <a16:creationId xmlns:a16="http://schemas.microsoft.com/office/drawing/2014/main" id="{07ACE5D1-032F-47E5-B75D-CAAF90B958F2}"/>
              </a:ext>
            </a:extLst>
          </p:cNvPr>
          <p:cNvSpPr>
            <a:spLocks xmlns:a="http://schemas.openxmlformats.org/drawingml/2006/main" noGrp="1"/>
          </p:cNvSpPr>
          <p:nvPr/>
        </p:nvSpPr>
        <p:spPr>
          <a:xfrm xmlns:a="http://schemas.openxmlformats.org/drawingml/2006/main">
            <a:off x="685800" y="22288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AA0000"/>
                </a:solidFill>
                <a:latin typeface="Microsoft YaHei"/>
                <a:ea typeface="Microsoft YaHei"/>
                <a:cs typeface="Microsoft YaHei"/>
              </a:defRPr>
            </a:defPPr>
          </a:lstStyle>
          <a:p xmlns:a="http://schemas.openxmlformats.org/drawingml/2006/main">
            <a:pPr algn="l">
              <a:defRPr sz="1875" b="0">
                <a:solidFill>
                  <a:srgbClr val="AA0000"/>
                </a:solidFill>
                <a:latin typeface="Microsoft YaHei"/>
                <a:ea typeface="Microsoft YaHei"/>
                <a:cs typeface="Microsoft YaHei"/>
              </a:defRPr>
            </a:pPr>
            <a:r>
              <a:rPr sz="1875" b="0">
                <a:solidFill>
                  <a:srgbClr val="AA0000"/>
                </a:solidFill>
                <a:latin typeface="Microsoft YaHei"/>
                <a:ea typeface="Microsoft YaHei"/>
                <a:cs typeface="Microsoft YaHei"/>
              </a:rPr>
              <a:t>研究生课程交流  /  工程伦理 第5章</a:t>
            </a:r>
          </a:p>
        </p:txBody>
      </p:sp>
      <p:sp>
        <p:nvSpPr>
          <p:cNvPr id="5" name="slide-title">
            <a:extLst xmlns:a="http://schemas.openxmlformats.org/drawingml/2006/main">
              <a:ext uri="{FF2B5EF4-FFF2-40B4-BE49-F238E27FC236}">
                <a16:creationId xmlns:a16="http://schemas.microsoft.com/office/drawing/2014/main" id="{83EBB7FC-6938-46EC-9ED3-C1A358BE22C1}"/>
              </a:ext>
            </a:extLst>
          </p:cNvPr>
          <p:cNvSpPr>
            <a:spLocks xmlns:a="http://schemas.openxmlformats.org/drawingml/2006/main" noGrp="1"/>
          </p:cNvSpPr>
          <p:nvPr/>
        </p:nvSpPr>
        <p:spPr>
          <a:xfrm xmlns:a="http://schemas.openxmlformats.org/drawingml/2006/main">
            <a:off x="685800" y="2876550"/>
            <a:ext cx="108013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1">
                <a:solidFill>
                  <a:srgbClr val="17243B"/>
                </a:solidFill>
                <a:latin typeface="Microsoft YaHei"/>
                <a:ea typeface="Microsoft YaHei"/>
                <a:cs typeface="Microsoft YaHei"/>
              </a:defRPr>
            </a:defPPr>
          </a:lstStyle>
          <a:p xmlns:a="http://schemas.openxmlformats.org/drawingml/2006/main">
            <a:pPr algn="l">
              <a:defRPr sz="4350" b="1">
                <a:solidFill>
                  <a:srgbClr val="17243B"/>
                </a:solidFill>
                <a:latin typeface="Microsoft YaHei"/>
                <a:ea typeface="Microsoft YaHei"/>
                <a:cs typeface="Microsoft YaHei"/>
              </a:defRPr>
            </a:pPr>
            <a:r>
              <a:rPr sz="4350" b="1">
                <a:solidFill>
                  <a:srgbClr val="17243B"/>
                </a:solidFill>
                <a:latin typeface="Microsoft YaHei"/>
                <a:ea typeface="Microsoft YaHei"/>
                <a:cs typeface="Microsoft YaHei"/>
              </a:rPr>
              <a:t>伦理冲突与责任边界</a:t>
            </a:r>
          </a:p>
        </p:txBody>
      </p:sp>
      <p:sp>
        <p:nvSpPr>
          <p:cNvPr id="6" name="text-4">
            <a:extLst xmlns:a="http://schemas.openxmlformats.org/drawingml/2006/main">
              <a:ext uri="{FF2B5EF4-FFF2-40B4-BE49-F238E27FC236}">
                <a16:creationId xmlns:a16="http://schemas.microsoft.com/office/drawing/2014/main" id="{92155868-1A70-41AB-B7AA-4C163DE949EB}"/>
              </a:ext>
            </a:extLst>
          </p:cNvPr>
          <p:cNvSpPr>
            <a:spLocks xmlns:a="http://schemas.openxmlformats.org/drawingml/2006/main" noGrp="1"/>
          </p:cNvSpPr>
          <p:nvPr/>
        </p:nvSpPr>
        <p:spPr>
          <a:xfrm xmlns:a="http://schemas.openxmlformats.org/drawingml/2006/main">
            <a:off x="685800" y="40576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556174"/>
                </a:solidFill>
                <a:latin typeface="Microsoft YaHei"/>
                <a:ea typeface="Microsoft YaHei"/>
                <a:cs typeface="Microsoft YaHei"/>
              </a:defRPr>
            </a:defPPr>
          </a:lstStyle>
          <a:p xmlns:a="http://schemas.openxmlformats.org/drawingml/2006/main">
            <a:pPr algn="l">
              <a:defRPr sz="2475" b="0">
                <a:solidFill>
                  <a:srgbClr val="556174"/>
                </a:solidFill>
                <a:latin typeface="Microsoft YaHei"/>
                <a:ea typeface="Microsoft YaHei"/>
                <a:cs typeface="Microsoft YaHei"/>
              </a:defRPr>
            </a:pPr>
            <a:r>
              <a:rPr sz="2475" b="0">
                <a:solidFill>
                  <a:srgbClr val="556174"/>
                </a:solidFill>
                <a:latin typeface="Microsoft YaHei"/>
                <a:ea typeface="Microsoft YaHei"/>
                <a:cs typeface="Microsoft YaHei"/>
              </a:rPr>
              <a:t>第二讲  专业判断与科技时代责任</a:t>
            </a:r>
          </a:p>
        </p:txBody>
      </p:sp>
      <p:sp>
        <p:nvSpPr>
          <p:cNvPr id="7" name="text-5">
            <a:extLst xmlns:a="http://schemas.openxmlformats.org/drawingml/2006/main">
              <a:ext uri="{FF2B5EF4-FFF2-40B4-BE49-F238E27FC236}">
                <a16:creationId xmlns:a16="http://schemas.microsoft.com/office/drawing/2014/main" id="{B2D426DC-7E1E-4727-A339-365C1630D6C7}"/>
              </a:ext>
            </a:extLst>
          </p:cNvPr>
          <p:cNvSpPr>
            <a:spLocks xmlns:a="http://schemas.openxmlformats.org/drawingml/2006/main" noGrp="1"/>
          </p:cNvSpPr>
          <p:nvPr/>
        </p:nvSpPr>
        <p:spPr>
          <a:xfrm xmlns:a="http://schemas.openxmlformats.org/drawingml/2006/main">
            <a:off x="685800" y="56007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43B"/>
                </a:solidFill>
                <a:latin typeface="Microsoft YaHei"/>
                <a:ea typeface="Microsoft YaHei"/>
                <a:cs typeface="Microsoft YaHei"/>
              </a:defRPr>
            </a:defPPr>
          </a:lstStyle>
          <a:p xmlns:a="http://schemas.openxmlformats.org/drawingml/2006/main">
            <a:pPr algn="l">
              <a:defRPr sz="1800" b="0">
                <a:solidFill>
                  <a:srgbClr val="17243B"/>
                </a:solidFill>
                <a:latin typeface="Microsoft YaHei"/>
                <a:ea typeface="Microsoft YaHei"/>
                <a:cs typeface="Microsoft YaHei"/>
              </a:defRPr>
            </a:pPr>
            <a:r>
              <a:rPr sz="1800" b="0">
                <a:solidFill>
                  <a:srgbClr val="17243B"/>
                </a:solidFill>
                <a:latin typeface="Microsoft YaHei"/>
                <a:ea typeface="Microsoft YaHei"/>
                <a:cs typeface="Microsoft YaHei"/>
              </a:rPr>
              <a:t>课前预习：5.3  /  课堂45分钟</a:t>
            </a:r>
          </a:p>
        </p:txBody>
      </p:sp>
      <p:sp>
        <p:nvSpPr>
          <p:cNvPr id="8" name="text-6">
            <a:extLst xmlns:a="http://schemas.openxmlformats.org/drawingml/2006/main">
              <a:ext uri="{FF2B5EF4-FFF2-40B4-BE49-F238E27FC236}">
                <a16:creationId xmlns:a16="http://schemas.microsoft.com/office/drawing/2014/main" id="{D92ED9DF-C87D-41D4-B30E-136C8EA12050}"/>
              </a:ext>
            </a:extLst>
          </p:cNvPr>
          <p:cNvSpPr>
            <a:spLocks xmlns:a="http://schemas.openxmlformats.org/drawingml/2006/main" noGrp="1"/>
          </p:cNvSpPr>
          <p:nvPr/>
        </p:nvSpPr>
        <p:spPr>
          <a:xfrm xmlns:a="http://schemas.openxmlformats.org/drawingml/2006/main">
            <a:off x="6858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9" name="text-7">
            <a:extLst xmlns:a="http://schemas.openxmlformats.org/drawingml/2006/main">
              <a:ext uri="{FF2B5EF4-FFF2-40B4-BE49-F238E27FC236}">
                <a16:creationId xmlns:a16="http://schemas.microsoft.com/office/drawing/2014/main" id="{D2688140-32FD-440D-A937-0A2DBA754AD1}"/>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12 / 22</a:t>
            </a:r>
          </a:p>
        </p:txBody>
      </p:sp>
    </p:spTree>
    <p:extLst>
      <p:ext uri="{BB962C8B-B14F-4D97-AF65-F5344CB8AC3E}">
        <p14:creationId xmlns:p14="http://schemas.microsoft.com/office/powerpoint/2010/main" val="19462483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1D6CE81-3B1A-42C0-8611-1167D37EB82D}"/>
              </a:ext>
            </a:extLst>
          </p:cNvPr>
          <p:cNvPicPr>
            <a:picLocks xmlns:a="http://schemas.openxmlformats.org/drawingml/2006/main" noChangeAspect="1"/>
          </p:cNvPicPr>
          <p:nvPr/>
        </p:nvPicPr>
        <p:blipFill>
          <a:blip xmlns:r="http://schemas.openxmlformats.org/officeDocument/2006/relationships" xmlns:a="http://schemas.openxmlformats.org/drawingml/2006/main" r:embed="R8cf153fdb47e4ea4"/>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F05C0048-F25D-40FB-B3DA-938F1715AC0B}"/>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7DCE605C-1FE4-4B08-A453-D218661A3FB2}"/>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第二讲</a:t>
            </a:r>
          </a:p>
        </p:txBody>
      </p:sp>
      <p:sp>
        <p:nvSpPr>
          <p:cNvPr id="4" name="slide-title">
            <a:extLst xmlns:a="http://schemas.openxmlformats.org/drawingml/2006/main">
              <a:ext uri="{FF2B5EF4-FFF2-40B4-BE49-F238E27FC236}">
                <a16:creationId xmlns:a16="http://schemas.microsoft.com/office/drawing/2014/main" id="{49EF667D-F69B-4156-8D5B-DC40A2168D42}"/>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AI生成错误信息后的责任边界</a:t>
            </a:r>
          </a:p>
        </p:txBody>
      </p:sp>
      <p:sp>
        <p:nvSpPr>
          <p:cNvPr id="5" name="footer">
            <a:extLst xmlns:a="http://schemas.openxmlformats.org/drawingml/2006/main">
              <a:ext uri="{FF2B5EF4-FFF2-40B4-BE49-F238E27FC236}">
                <a16:creationId xmlns:a16="http://schemas.microsoft.com/office/drawing/2014/main" id="{DAE8F9E3-11DE-4278-9FE6-56617C13C438}"/>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45147DAE-2A92-43D4-AFCF-A793554CF667}"/>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13 / 22</a:t>
            </a:r>
          </a:p>
        </p:txBody>
      </p:sp>
      <p:sp>
        <p:nvSpPr>
          <p:cNvPr id="7" name="text-5">
            <a:extLst xmlns:a="http://schemas.openxmlformats.org/drawingml/2006/main">
              <a:ext uri="{FF2B5EF4-FFF2-40B4-BE49-F238E27FC236}">
                <a16:creationId xmlns:a16="http://schemas.microsoft.com/office/drawing/2014/main" id="{3FB51818-5FEA-425A-ACF5-158EA569E160}"/>
              </a:ext>
            </a:extLst>
          </p:cNvPr>
          <p:cNvSpPr>
            <a:spLocks xmlns:a="http://schemas.openxmlformats.org/drawingml/2006/main" noGrp="1"/>
          </p:cNvSpPr>
          <p:nvPr/>
        </p:nvSpPr>
        <p:spPr>
          <a:xfrm xmlns:a="http://schemas.openxmlformats.org/drawingml/2006/main">
            <a:off x="609600" y="22669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AA0000"/>
                </a:solidFill>
                <a:latin typeface="Microsoft YaHei"/>
                <a:ea typeface="Microsoft YaHei"/>
                <a:cs typeface="Microsoft YaHei"/>
              </a:defRPr>
            </a:defPPr>
          </a:lstStyle>
          <a:p xmlns:a="http://schemas.openxmlformats.org/drawingml/2006/main">
            <a:pPr algn="l">
              <a:defRPr sz="2400" b="1">
                <a:solidFill>
                  <a:srgbClr val="AA0000"/>
                </a:solidFill>
                <a:latin typeface="Microsoft YaHei"/>
                <a:ea typeface="Microsoft YaHei"/>
                <a:cs typeface="Microsoft YaHei"/>
              </a:defRPr>
            </a:pPr>
            <a:r>
              <a:rPr sz="2400" b="1">
                <a:solidFill>
                  <a:srgbClr val="AA0000"/>
                </a:solidFill>
                <a:latin typeface="Microsoft YaHei"/>
                <a:ea typeface="Microsoft YaHei"/>
                <a:cs typeface="Microsoft YaHei"/>
              </a:rPr>
              <a:t>技术局限、合理注意与专业判断</a:t>
            </a:r>
          </a:p>
        </p:txBody>
      </p:sp>
      <p:sp>
        <p:nvSpPr>
          <p:cNvPr id="8" name="text-6">
            <a:extLst xmlns:a="http://schemas.openxmlformats.org/drawingml/2006/main">
              <a:ext uri="{FF2B5EF4-FFF2-40B4-BE49-F238E27FC236}">
                <a16:creationId xmlns:a16="http://schemas.microsoft.com/office/drawing/2014/main" id="{D829E5E8-4D74-4CD8-829D-6E0F7B79FDBD}"/>
              </a:ext>
            </a:extLst>
          </p:cNvPr>
          <p:cNvSpPr>
            <a:spLocks xmlns:a="http://schemas.openxmlformats.org/drawingml/2006/main" noGrp="1"/>
          </p:cNvSpPr>
          <p:nvPr/>
        </p:nvSpPr>
        <p:spPr>
          <a:xfrm xmlns:a="http://schemas.openxmlformats.org/drawingml/2006/main">
            <a:off x="609600" y="323850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AA0000"/>
                </a:solidFill>
                <a:latin typeface="Microsoft YaHei"/>
                <a:ea typeface="Microsoft YaHei"/>
                <a:cs typeface="Microsoft YaHei"/>
              </a:defRPr>
            </a:defPPr>
          </a:lstStyle>
          <a:p xmlns:a="http://schemas.openxmlformats.org/drawingml/2006/main">
            <a:pPr algn="l">
              <a:defRPr sz="2250" b="1">
                <a:solidFill>
                  <a:srgbClr val="AA0000"/>
                </a:solidFill>
                <a:latin typeface="Microsoft YaHei"/>
                <a:ea typeface="Microsoft YaHei"/>
                <a:cs typeface="Microsoft YaHei"/>
              </a:defRPr>
            </a:pPr>
            <a:r>
              <a:rPr sz="2250" b="1">
                <a:solidFill>
                  <a:srgbClr val="AA0000"/>
                </a:solidFill>
                <a:latin typeface="Microsoft YaHei"/>
                <a:ea typeface="Microsoft YaHei"/>
                <a:cs typeface="Microsoft YaHei"/>
              </a:rPr>
              <a:t>01</a:t>
            </a:r>
          </a:p>
        </p:txBody>
      </p:sp>
      <p:sp>
        <p:nvSpPr>
          <p:cNvPr id="9" name="text-7">
            <a:extLst xmlns:a="http://schemas.openxmlformats.org/drawingml/2006/main">
              <a:ext uri="{FF2B5EF4-FFF2-40B4-BE49-F238E27FC236}">
                <a16:creationId xmlns:a16="http://schemas.microsoft.com/office/drawing/2014/main" id="{DD45D7D0-98CC-419B-80E1-BB72FEAF2AF5}"/>
              </a:ext>
            </a:extLst>
          </p:cNvPr>
          <p:cNvSpPr>
            <a:spLocks xmlns:a="http://schemas.openxmlformats.org/drawingml/2006/main" noGrp="1"/>
          </p:cNvSpPr>
          <p:nvPr/>
        </p:nvSpPr>
        <p:spPr>
          <a:xfrm xmlns:a="http://schemas.openxmlformats.org/drawingml/2006/main">
            <a:off x="1504950" y="3238500"/>
            <a:ext cx="9925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43B"/>
                </a:solidFill>
                <a:latin typeface="Microsoft YaHei"/>
                <a:ea typeface="Microsoft YaHei"/>
                <a:cs typeface="Microsoft YaHei"/>
              </a:defRPr>
            </a:defPPr>
          </a:lstStyle>
          <a:p xmlns:a="http://schemas.openxmlformats.org/drawingml/2006/main">
            <a:pPr algn="l">
              <a:defRPr sz="2250" b="0">
                <a:solidFill>
                  <a:srgbClr val="17243B"/>
                </a:solidFill>
                <a:latin typeface="Microsoft YaHei"/>
                <a:ea typeface="Microsoft YaHei"/>
                <a:cs typeface="Microsoft YaHei"/>
              </a:defRPr>
            </a:pPr>
            <a:r>
              <a:rPr sz="2250" b="0">
                <a:solidFill>
                  <a:srgbClr val="17243B"/>
                </a:solidFill>
                <a:latin typeface="Microsoft YaHei"/>
                <a:ea typeface="Microsoft YaHei"/>
                <a:cs typeface="Microsoft YaHei"/>
              </a:rPr>
              <a:t>出现错误信息，是否就能认定服务提供者侵权？</a:t>
            </a:r>
          </a:p>
        </p:txBody>
      </p:sp>
      <p:sp>
        <p:nvSpPr>
          <p:cNvPr id="10" name="text-8">
            <a:extLst xmlns:a="http://schemas.openxmlformats.org/drawingml/2006/main">
              <a:ext uri="{FF2B5EF4-FFF2-40B4-BE49-F238E27FC236}">
                <a16:creationId xmlns:a16="http://schemas.microsoft.com/office/drawing/2014/main" id="{61C13A6C-F320-4788-88AC-318DB6D934E8}"/>
              </a:ext>
            </a:extLst>
          </p:cNvPr>
          <p:cNvSpPr>
            <a:spLocks xmlns:a="http://schemas.openxmlformats.org/drawingml/2006/main" noGrp="1"/>
          </p:cNvSpPr>
          <p:nvPr/>
        </p:nvSpPr>
        <p:spPr>
          <a:xfrm xmlns:a="http://schemas.openxmlformats.org/drawingml/2006/main">
            <a:off x="609600" y="4086225"/>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AA0000"/>
                </a:solidFill>
                <a:latin typeface="Microsoft YaHei"/>
                <a:ea typeface="Microsoft YaHei"/>
                <a:cs typeface="Microsoft YaHei"/>
              </a:defRPr>
            </a:defPPr>
          </a:lstStyle>
          <a:p xmlns:a="http://schemas.openxmlformats.org/drawingml/2006/main">
            <a:pPr algn="l">
              <a:defRPr sz="2250" b="1">
                <a:solidFill>
                  <a:srgbClr val="AA0000"/>
                </a:solidFill>
                <a:latin typeface="Microsoft YaHei"/>
                <a:ea typeface="Microsoft YaHei"/>
                <a:cs typeface="Microsoft YaHei"/>
              </a:defRPr>
            </a:pPr>
            <a:r>
              <a:rPr sz="2250" b="1">
                <a:solidFill>
                  <a:srgbClr val="AA0000"/>
                </a:solidFill>
                <a:latin typeface="Microsoft YaHei"/>
                <a:ea typeface="Microsoft YaHei"/>
                <a:cs typeface="Microsoft YaHei"/>
              </a:rPr>
              <a:t>02</a:t>
            </a:r>
          </a:p>
        </p:txBody>
      </p:sp>
      <p:sp>
        <p:nvSpPr>
          <p:cNvPr id="11" name="text-9">
            <a:extLst xmlns:a="http://schemas.openxmlformats.org/drawingml/2006/main">
              <a:ext uri="{FF2B5EF4-FFF2-40B4-BE49-F238E27FC236}">
                <a16:creationId xmlns:a16="http://schemas.microsoft.com/office/drawing/2014/main" id="{F55BAE1A-F5C3-42BA-82DE-B7F7FB2E3651}"/>
              </a:ext>
            </a:extLst>
          </p:cNvPr>
          <p:cNvSpPr>
            <a:spLocks xmlns:a="http://schemas.openxmlformats.org/drawingml/2006/main" noGrp="1"/>
          </p:cNvSpPr>
          <p:nvPr/>
        </p:nvSpPr>
        <p:spPr>
          <a:xfrm xmlns:a="http://schemas.openxmlformats.org/drawingml/2006/main">
            <a:off x="1504950" y="4086225"/>
            <a:ext cx="9925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43B"/>
                </a:solidFill>
                <a:latin typeface="Microsoft YaHei"/>
                <a:ea typeface="Microsoft YaHei"/>
                <a:cs typeface="Microsoft YaHei"/>
              </a:defRPr>
            </a:defPPr>
          </a:lstStyle>
          <a:p xmlns:a="http://schemas.openxmlformats.org/drawingml/2006/main">
            <a:pPr algn="l">
              <a:defRPr sz="2250" b="0">
                <a:solidFill>
                  <a:srgbClr val="17243B"/>
                </a:solidFill>
                <a:latin typeface="Microsoft YaHei"/>
                <a:ea typeface="Microsoft YaHei"/>
                <a:cs typeface="Microsoft YaHei"/>
              </a:defRPr>
            </a:pPr>
            <a:r>
              <a:rPr sz="2250" b="0">
                <a:solidFill>
                  <a:srgbClr val="17243B"/>
                </a:solidFill>
                <a:latin typeface="Microsoft YaHei"/>
                <a:ea typeface="Microsoft YaHei"/>
                <a:cs typeface="Microsoft YaHei"/>
              </a:rPr>
              <a:t>工程师应采取哪些措施降低误信和误用？</a:t>
            </a:r>
          </a:p>
        </p:txBody>
      </p:sp>
      <p:sp>
        <p:nvSpPr>
          <p:cNvPr id="12" name="text-10">
            <a:extLst xmlns:a="http://schemas.openxmlformats.org/drawingml/2006/main">
              <a:ext uri="{FF2B5EF4-FFF2-40B4-BE49-F238E27FC236}">
                <a16:creationId xmlns:a16="http://schemas.microsoft.com/office/drawing/2014/main" id="{7547D57F-2DB4-465E-9DC2-23F82378914C}"/>
              </a:ext>
            </a:extLst>
          </p:cNvPr>
          <p:cNvSpPr>
            <a:spLocks xmlns:a="http://schemas.openxmlformats.org/drawingml/2006/main" noGrp="1"/>
          </p:cNvSpPr>
          <p:nvPr/>
        </p:nvSpPr>
        <p:spPr>
          <a:xfrm xmlns:a="http://schemas.openxmlformats.org/drawingml/2006/main">
            <a:off x="609600" y="4933950"/>
            <a:ext cx="666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AA0000"/>
                </a:solidFill>
                <a:latin typeface="Microsoft YaHei"/>
                <a:ea typeface="Microsoft YaHei"/>
                <a:cs typeface="Microsoft YaHei"/>
              </a:defRPr>
            </a:defPPr>
          </a:lstStyle>
          <a:p xmlns:a="http://schemas.openxmlformats.org/drawingml/2006/main">
            <a:pPr algn="l">
              <a:defRPr sz="2250" b="1">
                <a:solidFill>
                  <a:srgbClr val="AA0000"/>
                </a:solidFill>
                <a:latin typeface="Microsoft YaHei"/>
                <a:ea typeface="Microsoft YaHei"/>
                <a:cs typeface="Microsoft YaHei"/>
              </a:defRPr>
            </a:pPr>
            <a:r>
              <a:rPr sz="2250" b="1">
                <a:solidFill>
                  <a:srgbClr val="AA0000"/>
                </a:solidFill>
                <a:latin typeface="Microsoft YaHei"/>
                <a:ea typeface="Microsoft YaHei"/>
                <a:cs typeface="Microsoft YaHei"/>
              </a:rPr>
              <a:t>03</a:t>
            </a:r>
          </a:p>
        </p:txBody>
      </p:sp>
      <p:sp>
        <p:nvSpPr>
          <p:cNvPr id="13" name="text-11">
            <a:extLst xmlns:a="http://schemas.openxmlformats.org/drawingml/2006/main">
              <a:ext uri="{FF2B5EF4-FFF2-40B4-BE49-F238E27FC236}">
                <a16:creationId xmlns:a16="http://schemas.microsoft.com/office/drawing/2014/main" id="{8BEE66AA-DB6D-4674-966C-2382311FDDD1}"/>
              </a:ext>
            </a:extLst>
          </p:cNvPr>
          <p:cNvSpPr>
            <a:spLocks xmlns:a="http://schemas.openxmlformats.org/drawingml/2006/main" noGrp="1"/>
          </p:cNvSpPr>
          <p:nvPr/>
        </p:nvSpPr>
        <p:spPr>
          <a:xfrm xmlns:a="http://schemas.openxmlformats.org/drawingml/2006/main">
            <a:off x="1504950" y="4933950"/>
            <a:ext cx="9925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43B"/>
                </a:solidFill>
                <a:latin typeface="Microsoft YaHei"/>
                <a:ea typeface="Microsoft YaHei"/>
                <a:cs typeface="Microsoft YaHei"/>
              </a:defRPr>
            </a:defPPr>
          </a:lstStyle>
          <a:p xmlns:a="http://schemas.openxmlformats.org/drawingml/2006/main">
            <a:pPr algn="l">
              <a:defRPr sz="2250" b="0">
                <a:solidFill>
                  <a:srgbClr val="17243B"/>
                </a:solidFill>
                <a:latin typeface="Microsoft YaHei"/>
                <a:ea typeface="Microsoft YaHei"/>
                <a:cs typeface="Microsoft YaHei"/>
              </a:defRPr>
            </a:pPr>
            <a:r>
              <a:rPr sz="2250" b="0">
                <a:solidFill>
                  <a:srgbClr val="17243B"/>
                </a:solidFill>
                <a:latin typeface="Microsoft YaHei"/>
                <a:ea typeface="Microsoft YaHei"/>
                <a:cs typeface="Microsoft YaHei"/>
              </a:rPr>
              <a:t>面对上线压力，怎样提出有证据的风险判断？</a:t>
            </a:r>
          </a:p>
        </p:txBody>
      </p:sp>
    </p:spTree>
    <p:extLst>
      <p:ext uri="{BB962C8B-B14F-4D97-AF65-F5344CB8AC3E}">
        <p14:creationId xmlns:p14="http://schemas.microsoft.com/office/powerpoint/2010/main" val="202426895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2" name="">
            <a:extLst xmlns:a="http://schemas.openxmlformats.org/drawingml/2006/main">
              <a:ext uri="{FF2B5EF4-FFF2-40B4-BE49-F238E27FC236}">
                <a16:creationId xmlns:a16="http://schemas.microsoft.com/office/drawing/2014/main" id="{AC42669D-19B4-4FCB-A328-43C03AC0A5AE}"/>
              </a:ext>
            </a:extLst>
          </p:cNvPr>
          <p:cNvPicPr>
            <a:picLocks xmlns:a="http://schemas.openxmlformats.org/drawingml/2006/main" noChangeAspect="1"/>
          </p:cNvPicPr>
          <p:nvPr/>
        </p:nvPicPr>
        <p:blipFill>
          <a:blip xmlns:r="http://schemas.openxmlformats.org/officeDocument/2006/relationships" xmlns:a="http://schemas.openxmlformats.org/drawingml/2006/main" r:embed="R8dcd418820004c2e"/>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20DF9E5F-9128-4DCD-ABFD-A886F56E1CCB}"/>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4691FD60-E480-48FA-8650-543D8530DB20}"/>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第二讲</a:t>
            </a:r>
          </a:p>
        </p:txBody>
      </p:sp>
      <p:sp>
        <p:nvSpPr>
          <p:cNvPr id="4" name="slide-title">
            <a:extLst xmlns:a="http://schemas.openxmlformats.org/drawingml/2006/main">
              <a:ext uri="{FF2B5EF4-FFF2-40B4-BE49-F238E27FC236}">
                <a16:creationId xmlns:a16="http://schemas.microsoft.com/office/drawing/2014/main" id="{C3EBCA6D-3B84-4EC2-A00D-D242D6317E8E}"/>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工程师的权利与三种责任视角</a:t>
            </a:r>
          </a:p>
        </p:txBody>
      </p:sp>
      <p:sp>
        <p:nvSpPr>
          <p:cNvPr id="5" name="footer">
            <a:extLst xmlns:a="http://schemas.openxmlformats.org/drawingml/2006/main">
              <a:ext uri="{FF2B5EF4-FFF2-40B4-BE49-F238E27FC236}">
                <a16:creationId xmlns:a16="http://schemas.microsoft.com/office/drawing/2014/main" id="{59056B63-79BC-4584-AF4C-CD29A85AC767}"/>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F4004D70-0FDE-4C15-B0B7-1459C09B7CE4}"/>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14 / 22</a:t>
            </a:r>
          </a:p>
        </p:txBody>
      </p:sp>
      <p:sp>
        <p:nvSpPr>
          <p:cNvPr id="7" name="text-5">
            <a:extLst xmlns:a="http://schemas.openxmlformats.org/drawingml/2006/main">
              <a:ext uri="{FF2B5EF4-FFF2-40B4-BE49-F238E27FC236}">
                <a16:creationId xmlns:a16="http://schemas.microsoft.com/office/drawing/2014/main" id="{39518378-0B2F-4838-9A27-F2689A580DFA}"/>
              </a:ext>
            </a:extLst>
          </p:cNvPr>
          <p:cNvSpPr>
            <a:spLocks xmlns:a="http://schemas.openxmlformats.org/drawingml/2006/main" noGrp="1"/>
          </p:cNvSpPr>
          <p:nvPr/>
        </p:nvSpPr>
        <p:spPr>
          <a:xfrm xmlns:a="http://schemas.openxmlformats.org/drawingml/2006/main">
            <a:off x="609600" y="2095500"/>
            <a:ext cx="5181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权利支持独立履职</a:t>
            </a:r>
          </a:p>
        </p:txBody>
      </p:sp>
      <p:sp>
        <p:nvSpPr>
          <p:cNvPr id="8" name="text-6">
            <a:extLst xmlns:a="http://schemas.openxmlformats.org/drawingml/2006/main">
              <a:ext uri="{FF2B5EF4-FFF2-40B4-BE49-F238E27FC236}">
                <a16:creationId xmlns:a16="http://schemas.microsoft.com/office/drawing/2014/main" id="{27D07E88-CC07-4F36-AD4D-7401A5EEAB71}"/>
              </a:ext>
            </a:extLst>
          </p:cNvPr>
          <p:cNvSpPr>
            <a:spLocks xmlns:a="http://schemas.openxmlformats.org/drawingml/2006/main" noGrp="1"/>
          </p:cNvSpPr>
          <p:nvPr/>
        </p:nvSpPr>
        <p:spPr>
          <a:xfrm xmlns:a="http://schemas.openxmlformats.org/drawingml/2006/main">
            <a:off x="6419850" y="2095500"/>
            <a:ext cx="5181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责任按具体职责识别</a:t>
            </a:r>
          </a:p>
        </p:txBody>
      </p:sp>
      <p:sp>
        <p:nvSpPr>
          <p:cNvPr id="9" name="text-7">
            <a:extLst xmlns:a="http://schemas.openxmlformats.org/drawingml/2006/main">
              <a:ext uri="{FF2B5EF4-FFF2-40B4-BE49-F238E27FC236}">
                <a16:creationId xmlns:a16="http://schemas.microsoft.com/office/drawing/2014/main" id="{4CCA7DD6-9B69-4820-9E8E-161EB7E038E6}"/>
              </a:ext>
            </a:extLst>
          </p:cNvPr>
          <p:cNvSpPr>
            <a:spLocks xmlns:a="http://schemas.openxmlformats.org/drawingml/2006/main" noGrp="1"/>
          </p:cNvSpPr>
          <p:nvPr/>
        </p:nvSpPr>
        <p:spPr>
          <a:xfrm xmlns:a="http://schemas.openxmlformats.org/drawingml/2006/main">
            <a:off x="609600" y="27908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243B"/>
                </a:solidFill>
                <a:latin typeface="Microsoft YaHei"/>
                <a:ea typeface="Microsoft YaHei"/>
                <a:cs typeface="Microsoft YaHei"/>
              </a:defRPr>
            </a:defPPr>
          </a:lstStyle>
          <a:p xmlns:a="http://schemas.openxmlformats.org/drawingml/2006/main">
            <a:pPr algn="l">
              <a:defRPr sz="1950" b="1">
                <a:solidFill>
                  <a:srgbClr val="17243B"/>
                </a:solidFill>
                <a:latin typeface="Microsoft YaHei"/>
                <a:ea typeface="Microsoft YaHei"/>
                <a:cs typeface="Microsoft YaHei"/>
              </a:defRPr>
            </a:pPr>
            <a:r>
              <a:rPr sz="1950" b="1">
                <a:solidFill>
                  <a:srgbClr val="17243B"/>
                </a:solidFill>
                <a:latin typeface="Microsoft YaHei"/>
                <a:ea typeface="Microsoft YaHei"/>
                <a:cs typeface="Microsoft YaHei"/>
              </a:rPr>
              <a:t>执业与专业判断</a:t>
            </a:r>
          </a:p>
        </p:txBody>
      </p:sp>
      <p:sp>
        <p:nvSpPr>
          <p:cNvPr id="10" name="text-8">
            <a:extLst xmlns:a="http://schemas.openxmlformats.org/drawingml/2006/main">
              <a:ext uri="{FF2B5EF4-FFF2-40B4-BE49-F238E27FC236}">
                <a16:creationId xmlns:a16="http://schemas.microsoft.com/office/drawing/2014/main" id="{C5EF18CB-4795-4482-92DC-167F21D3D555}"/>
              </a:ext>
            </a:extLst>
          </p:cNvPr>
          <p:cNvSpPr>
            <a:spLocks xmlns:a="http://schemas.openxmlformats.org/drawingml/2006/main" noGrp="1"/>
          </p:cNvSpPr>
          <p:nvPr/>
        </p:nvSpPr>
        <p:spPr>
          <a:xfrm xmlns:a="http://schemas.openxmlformats.org/drawingml/2006/main">
            <a:off x="609600" y="31908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6174"/>
                </a:solidFill>
                <a:latin typeface="Microsoft YaHei"/>
                <a:ea typeface="Microsoft YaHei"/>
                <a:cs typeface="Microsoft YaHei"/>
              </a:defRPr>
            </a:defPPr>
          </a:lstStyle>
          <a:p xmlns:a="http://schemas.openxmlformats.org/drawingml/2006/main">
            <a:pPr algn="l">
              <a:defRPr sz="1725" b="0">
                <a:solidFill>
                  <a:srgbClr val="556174"/>
                </a:solidFill>
                <a:latin typeface="Microsoft YaHei"/>
                <a:ea typeface="Microsoft YaHei"/>
                <a:cs typeface="Microsoft YaHei"/>
              </a:defRPr>
            </a:pPr>
            <a:r>
              <a:rPr sz="1725" b="0">
                <a:solidFill>
                  <a:srgbClr val="556174"/>
                </a:solidFill>
                <a:latin typeface="Microsoft YaHei"/>
                <a:ea typeface="Microsoft YaHei"/>
                <a:cs typeface="Microsoft YaHei"/>
              </a:rPr>
              <a:t>在授权范围内执业，解释与辩护专业判断</a:t>
            </a:r>
          </a:p>
        </p:txBody>
      </p:sp>
      <p:sp>
        <p:nvSpPr>
          <p:cNvPr id="11" name="text-9">
            <a:extLst xmlns:a="http://schemas.openxmlformats.org/drawingml/2006/main">
              <a:ext uri="{FF2B5EF4-FFF2-40B4-BE49-F238E27FC236}">
                <a16:creationId xmlns:a16="http://schemas.microsoft.com/office/drawing/2014/main" id="{F802F8F1-D790-4C6E-B251-494C48804B58}"/>
              </a:ext>
            </a:extLst>
          </p:cNvPr>
          <p:cNvSpPr>
            <a:spLocks xmlns:a="http://schemas.openxmlformats.org/drawingml/2006/main" noGrp="1"/>
          </p:cNvSpPr>
          <p:nvPr/>
        </p:nvSpPr>
        <p:spPr>
          <a:xfrm xmlns:a="http://schemas.openxmlformats.org/drawingml/2006/main">
            <a:off x="6419850" y="27908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243B"/>
                </a:solidFill>
                <a:latin typeface="Microsoft YaHei"/>
                <a:ea typeface="Microsoft YaHei"/>
                <a:cs typeface="Microsoft YaHei"/>
              </a:defRPr>
            </a:defPPr>
          </a:lstStyle>
          <a:p xmlns:a="http://schemas.openxmlformats.org/drawingml/2006/main">
            <a:pPr algn="l">
              <a:defRPr sz="1950" b="1">
                <a:solidFill>
                  <a:srgbClr val="17243B"/>
                </a:solidFill>
                <a:latin typeface="Microsoft YaHei"/>
                <a:ea typeface="Microsoft YaHei"/>
                <a:cs typeface="Microsoft YaHei"/>
              </a:defRPr>
            </a:pPr>
            <a:r>
              <a:rPr sz="1950" b="1">
                <a:solidFill>
                  <a:srgbClr val="17243B"/>
                </a:solidFill>
                <a:latin typeface="Microsoft YaHei"/>
                <a:ea typeface="Microsoft YaHei"/>
                <a:cs typeface="Microsoft YaHei"/>
              </a:rPr>
              <a:t>义务责任</a:t>
            </a:r>
          </a:p>
        </p:txBody>
      </p:sp>
      <p:sp>
        <p:nvSpPr>
          <p:cNvPr id="12" name="text-10">
            <a:extLst xmlns:a="http://schemas.openxmlformats.org/drawingml/2006/main">
              <a:ext uri="{FF2B5EF4-FFF2-40B4-BE49-F238E27FC236}">
                <a16:creationId xmlns:a16="http://schemas.microsoft.com/office/drawing/2014/main" id="{D7BEF194-9E30-4F75-B50C-6B2D035F388D}"/>
              </a:ext>
            </a:extLst>
          </p:cNvPr>
          <p:cNvSpPr>
            <a:spLocks xmlns:a="http://schemas.openxmlformats.org/drawingml/2006/main" noGrp="1"/>
          </p:cNvSpPr>
          <p:nvPr/>
        </p:nvSpPr>
        <p:spPr>
          <a:xfrm xmlns:a="http://schemas.openxmlformats.org/drawingml/2006/main">
            <a:off x="6419850" y="3190875"/>
            <a:ext cx="5162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6174"/>
                </a:solidFill>
                <a:latin typeface="Microsoft YaHei"/>
                <a:ea typeface="Microsoft YaHei"/>
                <a:cs typeface="Microsoft YaHei"/>
              </a:defRPr>
            </a:defPPr>
          </a:lstStyle>
          <a:p xmlns:a="http://schemas.openxmlformats.org/drawingml/2006/main">
            <a:pPr algn="l">
              <a:defRPr sz="1725" b="0">
                <a:solidFill>
                  <a:srgbClr val="556174"/>
                </a:solidFill>
                <a:latin typeface="Microsoft YaHei"/>
                <a:ea typeface="Microsoft YaHei"/>
                <a:cs typeface="Microsoft YaHei"/>
              </a:defRPr>
            </a:pPr>
            <a:r>
              <a:rPr sz="1725" b="0">
                <a:solidFill>
                  <a:srgbClr val="556174"/>
                </a:solidFill>
                <a:latin typeface="Microsoft YaHei"/>
                <a:ea typeface="Microsoft YaHei"/>
                <a:cs typeface="Microsoft YaHei"/>
              </a:rPr>
              <a:t>遵守并积极落实专业标准，预防伤害</a:t>
            </a:r>
          </a:p>
        </p:txBody>
      </p:sp>
      <p:sp>
        <p:nvSpPr>
          <p:cNvPr id="13" name="text-11">
            <a:extLst xmlns:a="http://schemas.openxmlformats.org/drawingml/2006/main">
              <a:ext uri="{FF2B5EF4-FFF2-40B4-BE49-F238E27FC236}">
                <a16:creationId xmlns:a16="http://schemas.microsoft.com/office/drawing/2014/main" id="{E7E6BF37-4A65-4479-88A9-59D150B77A11}"/>
              </a:ext>
            </a:extLst>
          </p:cNvPr>
          <p:cNvSpPr>
            <a:spLocks xmlns:a="http://schemas.openxmlformats.org/drawingml/2006/main" noGrp="1"/>
          </p:cNvSpPr>
          <p:nvPr/>
        </p:nvSpPr>
        <p:spPr>
          <a:xfrm xmlns:a="http://schemas.openxmlformats.org/drawingml/2006/main">
            <a:off x="609600" y="37052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243B"/>
                </a:solidFill>
                <a:latin typeface="Microsoft YaHei"/>
                <a:ea typeface="Microsoft YaHei"/>
                <a:cs typeface="Microsoft YaHei"/>
              </a:defRPr>
            </a:defPPr>
          </a:lstStyle>
          <a:p xmlns:a="http://schemas.openxmlformats.org/drawingml/2006/main">
            <a:pPr algn="l">
              <a:defRPr sz="1950" b="1">
                <a:solidFill>
                  <a:srgbClr val="17243B"/>
                </a:solidFill>
                <a:latin typeface="Microsoft YaHei"/>
                <a:ea typeface="Microsoft YaHei"/>
                <a:cs typeface="Microsoft YaHei"/>
              </a:defRPr>
            </a:pPr>
            <a:r>
              <a:rPr sz="1950" b="1">
                <a:solidFill>
                  <a:srgbClr val="17243B"/>
                </a:solidFill>
                <a:latin typeface="Microsoft YaHei"/>
                <a:ea typeface="Microsoft YaHei"/>
                <a:cs typeface="Microsoft YaHei"/>
              </a:rPr>
              <a:t>公平待遇与劳动权益</a:t>
            </a:r>
          </a:p>
        </p:txBody>
      </p:sp>
      <p:sp>
        <p:nvSpPr>
          <p:cNvPr id="14" name="text-12">
            <a:extLst xmlns:a="http://schemas.openxmlformats.org/drawingml/2006/main">
              <a:ext uri="{FF2B5EF4-FFF2-40B4-BE49-F238E27FC236}">
                <a16:creationId xmlns:a16="http://schemas.microsoft.com/office/drawing/2014/main" id="{D8C0270E-DD9C-45CE-9C1C-84BFDD2359AF}"/>
              </a:ext>
            </a:extLst>
          </p:cNvPr>
          <p:cNvSpPr>
            <a:spLocks xmlns:a="http://schemas.openxmlformats.org/drawingml/2006/main" noGrp="1"/>
          </p:cNvSpPr>
          <p:nvPr/>
        </p:nvSpPr>
        <p:spPr>
          <a:xfrm xmlns:a="http://schemas.openxmlformats.org/drawingml/2006/main">
            <a:off x="609600" y="41052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6174"/>
                </a:solidFill>
                <a:latin typeface="Microsoft YaHei"/>
                <a:ea typeface="Microsoft YaHei"/>
                <a:cs typeface="Microsoft YaHei"/>
              </a:defRPr>
            </a:defPPr>
          </a:lstStyle>
          <a:p xmlns:a="http://schemas.openxmlformats.org/drawingml/2006/main">
            <a:pPr algn="l">
              <a:defRPr sz="1725" b="0">
                <a:solidFill>
                  <a:srgbClr val="556174"/>
                </a:solidFill>
                <a:latin typeface="Microsoft YaHei"/>
                <a:ea typeface="Microsoft YaHei"/>
                <a:cs typeface="Microsoft YaHei"/>
              </a:defRPr>
            </a:pPr>
            <a:r>
              <a:rPr sz="1725" b="0">
                <a:solidFill>
                  <a:srgbClr val="556174"/>
                </a:solidFill>
                <a:latin typeface="Microsoft YaHei"/>
                <a:ea typeface="Microsoft YaHei"/>
                <a:cs typeface="Microsoft YaHei"/>
              </a:rPr>
              <a:t>相应报酬、公平机会及基本人格尊重</a:t>
            </a:r>
          </a:p>
        </p:txBody>
      </p:sp>
      <p:sp>
        <p:nvSpPr>
          <p:cNvPr id="15" name="text-13">
            <a:extLst xmlns:a="http://schemas.openxmlformats.org/drawingml/2006/main">
              <a:ext uri="{FF2B5EF4-FFF2-40B4-BE49-F238E27FC236}">
                <a16:creationId xmlns:a16="http://schemas.microsoft.com/office/drawing/2014/main" id="{9A4EB727-0B46-4B82-89FE-313B5C6E66A2}"/>
              </a:ext>
            </a:extLst>
          </p:cNvPr>
          <p:cNvSpPr>
            <a:spLocks xmlns:a="http://schemas.openxmlformats.org/drawingml/2006/main" noGrp="1"/>
          </p:cNvSpPr>
          <p:nvPr/>
        </p:nvSpPr>
        <p:spPr>
          <a:xfrm xmlns:a="http://schemas.openxmlformats.org/drawingml/2006/main">
            <a:off x="6419850" y="37052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243B"/>
                </a:solidFill>
                <a:latin typeface="Microsoft YaHei"/>
                <a:ea typeface="Microsoft YaHei"/>
                <a:cs typeface="Microsoft YaHei"/>
              </a:defRPr>
            </a:defPPr>
          </a:lstStyle>
          <a:p xmlns:a="http://schemas.openxmlformats.org/drawingml/2006/main">
            <a:pPr algn="l">
              <a:defRPr sz="1950" b="1">
                <a:solidFill>
                  <a:srgbClr val="17243B"/>
                </a:solidFill>
                <a:latin typeface="Microsoft YaHei"/>
                <a:ea typeface="Microsoft YaHei"/>
                <a:cs typeface="Microsoft YaHei"/>
              </a:defRPr>
            </a:pPr>
            <a:r>
              <a:rPr sz="1950" b="1">
                <a:solidFill>
                  <a:srgbClr val="17243B"/>
                </a:solidFill>
                <a:latin typeface="Microsoft YaHei"/>
                <a:ea typeface="Microsoft YaHei"/>
                <a:cs typeface="Microsoft YaHei"/>
              </a:rPr>
              <a:t>过失责任</a:t>
            </a:r>
          </a:p>
        </p:txBody>
      </p:sp>
      <p:sp>
        <p:nvSpPr>
          <p:cNvPr id="16" name="text-14">
            <a:extLst xmlns:a="http://schemas.openxmlformats.org/drawingml/2006/main">
              <a:ext uri="{FF2B5EF4-FFF2-40B4-BE49-F238E27FC236}">
                <a16:creationId xmlns:a16="http://schemas.microsoft.com/office/drawing/2014/main" id="{08CD55E3-98A5-422A-98D6-0CE153C46CD1}"/>
              </a:ext>
            </a:extLst>
          </p:cNvPr>
          <p:cNvSpPr>
            <a:spLocks xmlns:a="http://schemas.openxmlformats.org/drawingml/2006/main" noGrp="1"/>
          </p:cNvSpPr>
          <p:nvPr/>
        </p:nvSpPr>
        <p:spPr>
          <a:xfrm xmlns:a="http://schemas.openxmlformats.org/drawingml/2006/main">
            <a:off x="6419850" y="4105275"/>
            <a:ext cx="5162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6174"/>
                </a:solidFill>
                <a:latin typeface="Microsoft YaHei"/>
                <a:ea typeface="Microsoft YaHei"/>
                <a:cs typeface="Microsoft YaHei"/>
              </a:defRPr>
            </a:defPPr>
          </a:lstStyle>
          <a:p xmlns:a="http://schemas.openxmlformats.org/drawingml/2006/main">
            <a:pPr algn="l">
              <a:defRPr sz="1725" b="0">
                <a:solidFill>
                  <a:srgbClr val="556174"/>
                </a:solidFill>
                <a:latin typeface="Microsoft YaHei"/>
                <a:ea typeface="Microsoft YaHei"/>
                <a:cs typeface="Microsoft YaHei"/>
              </a:defRPr>
            </a:pPr>
            <a:r>
              <a:rPr sz="1725" b="0">
                <a:solidFill>
                  <a:srgbClr val="556174"/>
                </a:solidFill>
                <a:latin typeface="Microsoft YaHei"/>
                <a:ea typeface="Microsoft YaHei"/>
                <a:cs typeface="Microsoft YaHei"/>
              </a:rPr>
              <a:t>就疏忽或不当行为造成的伤害承担责任</a:t>
            </a:r>
          </a:p>
        </p:txBody>
      </p:sp>
      <p:sp>
        <p:nvSpPr>
          <p:cNvPr id="17" name="text-15">
            <a:extLst xmlns:a="http://schemas.openxmlformats.org/drawingml/2006/main">
              <a:ext uri="{FF2B5EF4-FFF2-40B4-BE49-F238E27FC236}">
                <a16:creationId xmlns:a16="http://schemas.microsoft.com/office/drawing/2014/main" id="{029AAEC9-0C01-4584-859F-D4C0308E6293}"/>
              </a:ext>
            </a:extLst>
          </p:cNvPr>
          <p:cNvSpPr>
            <a:spLocks xmlns:a="http://schemas.openxmlformats.org/drawingml/2006/main" noGrp="1"/>
          </p:cNvSpPr>
          <p:nvPr/>
        </p:nvSpPr>
        <p:spPr>
          <a:xfrm xmlns:a="http://schemas.openxmlformats.org/drawingml/2006/main">
            <a:off x="609600" y="46196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243B"/>
                </a:solidFill>
                <a:latin typeface="Microsoft YaHei"/>
                <a:ea typeface="Microsoft YaHei"/>
                <a:cs typeface="Microsoft YaHei"/>
              </a:defRPr>
            </a:defPPr>
          </a:lstStyle>
          <a:p xmlns:a="http://schemas.openxmlformats.org/drawingml/2006/main">
            <a:pPr algn="l">
              <a:defRPr sz="1950" b="1">
                <a:solidFill>
                  <a:srgbClr val="17243B"/>
                </a:solidFill>
                <a:latin typeface="Microsoft YaHei"/>
                <a:ea typeface="Microsoft YaHei"/>
                <a:cs typeface="Microsoft YaHei"/>
              </a:defRPr>
            </a:pPr>
            <a:r>
              <a:rPr sz="1950" b="1">
                <a:solidFill>
                  <a:srgbClr val="17243B"/>
                </a:solidFill>
                <a:latin typeface="Microsoft YaHei"/>
                <a:ea typeface="Microsoft YaHei"/>
                <a:cs typeface="Microsoft YaHei"/>
              </a:rPr>
              <a:t>申诉与能力发展</a:t>
            </a:r>
          </a:p>
        </p:txBody>
      </p:sp>
      <p:sp>
        <p:nvSpPr>
          <p:cNvPr id="18" name="text-16">
            <a:extLst xmlns:a="http://schemas.openxmlformats.org/drawingml/2006/main">
              <a:ext uri="{FF2B5EF4-FFF2-40B4-BE49-F238E27FC236}">
                <a16:creationId xmlns:a16="http://schemas.microsoft.com/office/drawing/2014/main" id="{D66768EE-C2CD-4EF4-A776-1DE6EA6691C4}"/>
              </a:ext>
            </a:extLst>
          </p:cNvPr>
          <p:cNvSpPr>
            <a:spLocks xmlns:a="http://schemas.openxmlformats.org/drawingml/2006/main" noGrp="1"/>
          </p:cNvSpPr>
          <p:nvPr/>
        </p:nvSpPr>
        <p:spPr>
          <a:xfrm xmlns:a="http://schemas.openxmlformats.org/drawingml/2006/main">
            <a:off x="609600" y="5019675"/>
            <a:ext cx="5191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6174"/>
                </a:solidFill>
                <a:latin typeface="Microsoft YaHei"/>
                <a:ea typeface="Microsoft YaHei"/>
                <a:cs typeface="Microsoft YaHei"/>
              </a:defRPr>
            </a:defPPr>
          </a:lstStyle>
          <a:p xmlns:a="http://schemas.openxmlformats.org/drawingml/2006/main">
            <a:pPr algn="l">
              <a:defRPr sz="1725" b="0">
                <a:solidFill>
                  <a:srgbClr val="556174"/>
                </a:solidFill>
                <a:latin typeface="Microsoft YaHei"/>
                <a:ea typeface="Microsoft YaHei"/>
                <a:cs typeface="Microsoft YaHei"/>
              </a:defRPr>
            </a:pPr>
            <a:r>
              <a:rPr sz="1725" b="0">
                <a:solidFill>
                  <a:srgbClr val="556174"/>
                </a:solidFill>
                <a:latin typeface="Microsoft YaHei"/>
                <a:ea typeface="Microsoft YaHei"/>
                <a:cs typeface="Microsoft YaHei"/>
              </a:rPr>
              <a:t>申诉权利、继续教育与能力更新</a:t>
            </a:r>
          </a:p>
        </p:txBody>
      </p:sp>
      <p:sp>
        <p:nvSpPr>
          <p:cNvPr id="19" name="text-17">
            <a:extLst xmlns:a="http://schemas.openxmlformats.org/drawingml/2006/main">
              <a:ext uri="{FF2B5EF4-FFF2-40B4-BE49-F238E27FC236}">
                <a16:creationId xmlns:a16="http://schemas.microsoft.com/office/drawing/2014/main" id="{50DD002E-FD56-4309-B65B-31903752E316}"/>
              </a:ext>
            </a:extLst>
          </p:cNvPr>
          <p:cNvSpPr>
            <a:spLocks xmlns:a="http://schemas.openxmlformats.org/drawingml/2006/main" noGrp="1"/>
          </p:cNvSpPr>
          <p:nvPr/>
        </p:nvSpPr>
        <p:spPr>
          <a:xfrm xmlns:a="http://schemas.openxmlformats.org/drawingml/2006/main">
            <a:off x="6419850" y="461962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7243B"/>
                </a:solidFill>
                <a:latin typeface="Microsoft YaHei"/>
                <a:ea typeface="Microsoft YaHei"/>
                <a:cs typeface="Microsoft YaHei"/>
              </a:defRPr>
            </a:defPPr>
          </a:lstStyle>
          <a:p xmlns:a="http://schemas.openxmlformats.org/drawingml/2006/main">
            <a:pPr algn="l">
              <a:defRPr sz="1950" b="1">
                <a:solidFill>
                  <a:srgbClr val="17243B"/>
                </a:solidFill>
                <a:latin typeface="Microsoft YaHei"/>
                <a:ea typeface="Microsoft YaHei"/>
                <a:cs typeface="Microsoft YaHei"/>
              </a:defRPr>
            </a:pPr>
            <a:r>
              <a:rPr sz="1950" b="1">
                <a:solidFill>
                  <a:srgbClr val="17243B"/>
                </a:solidFill>
                <a:latin typeface="Microsoft YaHei"/>
                <a:ea typeface="Microsoft YaHei"/>
                <a:cs typeface="Microsoft YaHei"/>
              </a:rPr>
              <a:t>角色责任</a:t>
            </a:r>
          </a:p>
        </p:txBody>
      </p:sp>
      <p:sp>
        <p:nvSpPr>
          <p:cNvPr id="20" name="text-18">
            <a:extLst xmlns:a="http://schemas.openxmlformats.org/drawingml/2006/main">
              <a:ext uri="{FF2B5EF4-FFF2-40B4-BE49-F238E27FC236}">
                <a16:creationId xmlns:a16="http://schemas.microsoft.com/office/drawing/2014/main" id="{BC88A992-6DC6-4914-A046-3AFE9096F845}"/>
              </a:ext>
            </a:extLst>
          </p:cNvPr>
          <p:cNvSpPr>
            <a:spLocks xmlns:a="http://schemas.openxmlformats.org/drawingml/2006/main" noGrp="1"/>
          </p:cNvSpPr>
          <p:nvPr/>
        </p:nvSpPr>
        <p:spPr>
          <a:xfrm xmlns:a="http://schemas.openxmlformats.org/drawingml/2006/main">
            <a:off x="6419850" y="5019675"/>
            <a:ext cx="5162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56174"/>
                </a:solidFill>
                <a:latin typeface="Microsoft YaHei"/>
                <a:ea typeface="Microsoft YaHei"/>
                <a:cs typeface="Microsoft YaHei"/>
              </a:defRPr>
            </a:defPPr>
          </a:lstStyle>
          <a:p xmlns:a="http://schemas.openxmlformats.org/drawingml/2006/main">
            <a:pPr algn="l">
              <a:defRPr sz="1725" b="0">
                <a:solidFill>
                  <a:srgbClr val="556174"/>
                </a:solidFill>
                <a:latin typeface="Microsoft YaHei"/>
                <a:ea typeface="Microsoft YaHei"/>
                <a:cs typeface="Microsoft YaHei"/>
              </a:defRPr>
            </a:pPr>
            <a:r>
              <a:rPr sz="1725" b="0">
                <a:solidFill>
                  <a:srgbClr val="556174"/>
                </a:solidFill>
                <a:latin typeface="Microsoft YaHei"/>
                <a:ea typeface="Microsoft YaHei"/>
                <a:cs typeface="Microsoft YaHei"/>
              </a:rPr>
              <a:t>履行岗位应尽职责，就相应失职负责</a:t>
            </a:r>
          </a:p>
        </p:txBody>
      </p:sp>
      <p:sp>
        <p:nvSpPr>
          <p:cNvPr id="21" name="takeaway">
            <a:extLst xmlns:a="http://schemas.openxmlformats.org/drawingml/2006/main">
              <a:ext uri="{FF2B5EF4-FFF2-40B4-BE49-F238E27FC236}">
                <a16:creationId xmlns:a16="http://schemas.microsoft.com/office/drawing/2014/main" id="{C2AAF69B-B1E7-4636-BCC5-A15D83C6D464}"/>
              </a:ext>
            </a:extLst>
          </p:cNvPr>
          <p:cNvSpPr>
            <a:spLocks xmlns:a="http://schemas.openxmlformats.org/drawingml/2006/main" noGrp="1"/>
          </p:cNvSpPr>
          <p:nvPr/>
        </p:nvSpPr>
        <p:spPr>
          <a:xfrm xmlns:a="http://schemas.openxmlformats.org/drawingml/2006/main">
            <a:off x="609600" y="58197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三种责任是分析视角，权责范围须结合岗位、权限与具体事实。</a:t>
            </a:r>
          </a:p>
        </p:txBody>
      </p:sp>
    </p:spTree>
    <p:extLst>
      <p:ext uri="{BB962C8B-B14F-4D97-AF65-F5344CB8AC3E}">
        <p14:creationId xmlns:p14="http://schemas.microsoft.com/office/powerpoint/2010/main" val="6675905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2C1925F0-62A1-47F3-ABC5-EAF026F7C7CF}"/>
              </a:ext>
            </a:extLst>
          </p:cNvPr>
          <p:cNvPicPr>
            <a:picLocks xmlns:a="http://schemas.openxmlformats.org/drawingml/2006/main" noChangeAspect="1"/>
          </p:cNvPicPr>
          <p:nvPr/>
        </p:nvPicPr>
        <p:blipFill>
          <a:blip xmlns:r="http://schemas.openxmlformats.org/officeDocument/2006/relationships" xmlns:a="http://schemas.openxmlformats.org/drawingml/2006/main" r:embed="Rf486454d09dc44e7"/>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638FBB9F-AC68-411F-A98A-AAC2A7CC8014}"/>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F4609493-3D34-42B2-8131-6700C2F1A410}"/>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第二讲</a:t>
            </a:r>
          </a:p>
        </p:txBody>
      </p:sp>
      <p:sp>
        <p:nvSpPr>
          <p:cNvPr id="4" name="slide-title">
            <a:extLst xmlns:a="http://schemas.openxmlformats.org/drawingml/2006/main">
              <a:ext uri="{FF2B5EF4-FFF2-40B4-BE49-F238E27FC236}">
                <a16:creationId xmlns:a16="http://schemas.microsoft.com/office/drawing/2014/main" id="{21BEBFFE-B324-4B13-AF1B-0F32FD575F49}"/>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职业美德与专业行为</a:t>
            </a:r>
          </a:p>
        </p:txBody>
      </p:sp>
      <p:sp>
        <p:nvSpPr>
          <p:cNvPr id="5" name="footer">
            <a:extLst xmlns:a="http://schemas.openxmlformats.org/drawingml/2006/main">
              <a:ext uri="{FF2B5EF4-FFF2-40B4-BE49-F238E27FC236}">
                <a16:creationId xmlns:a16="http://schemas.microsoft.com/office/drawing/2014/main" id="{5FEAC877-9DE6-42AE-9B29-FDA216EA43DA}"/>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D7DAAC69-EB63-40B2-B344-13A4A9A2678C}"/>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15 / 22</a:t>
            </a:r>
          </a:p>
        </p:txBody>
      </p:sp>
      <p:sp>
        <p:nvSpPr>
          <p:cNvPr id="7" name="text-5">
            <a:extLst xmlns:a="http://schemas.openxmlformats.org/drawingml/2006/main">
              <a:ext uri="{FF2B5EF4-FFF2-40B4-BE49-F238E27FC236}">
                <a16:creationId xmlns:a16="http://schemas.microsoft.com/office/drawing/2014/main" id="{86B3EC7C-6D49-43FC-BBAB-FDBC2C861359}"/>
              </a:ext>
            </a:extLst>
          </p:cNvPr>
          <p:cNvSpPr>
            <a:spLocks xmlns:a="http://schemas.openxmlformats.org/drawingml/2006/main" noGrp="1"/>
          </p:cNvSpPr>
          <p:nvPr/>
        </p:nvSpPr>
        <p:spPr>
          <a:xfrm xmlns:a="http://schemas.openxmlformats.org/drawingml/2006/main">
            <a:off x="609600" y="21526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职业美德通过日常工作中的判断与行动体现</a:t>
            </a:r>
          </a:p>
        </p:txBody>
      </p:sp>
      <p:sp>
        <p:nvSpPr>
          <p:cNvPr id="8" name="text-6">
            <a:extLst xmlns:a="http://schemas.openxmlformats.org/drawingml/2006/main">
              <a:ext uri="{FF2B5EF4-FFF2-40B4-BE49-F238E27FC236}">
                <a16:creationId xmlns:a16="http://schemas.microsoft.com/office/drawing/2014/main" id="{1AC8BB59-F292-4222-A01B-C9A0F1ECE166}"/>
              </a:ext>
            </a:extLst>
          </p:cNvPr>
          <p:cNvSpPr>
            <a:spLocks xmlns:a="http://schemas.openxmlformats.org/drawingml/2006/main" noGrp="1"/>
          </p:cNvSpPr>
          <p:nvPr/>
        </p:nvSpPr>
        <p:spPr>
          <a:xfrm xmlns:a="http://schemas.openxmlformats.org/drawingml/2006/main">
            <a:off x="609600" y="332422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43B"/>
                </a:solidFill>
                <a:latin typeface="Microsoft YaHei"/>
                <a:ea typeface="Microsoft YaHei"/>
                <a:cs typeface="Microsoft YaHei"/>
              </a:defRPr>
            </a:defPPr>
          </a:lstStyle>
          <a:p xmlns:a="http://schemas.openxmlformats.org/drawingml/2006/main">
            <a:pPr algn="l">
              <a:defRPr sz="2325" b="1">
                <a:solidFill>
                  <a:srgbClr val="17243B"/>
                </a:solidFill>
                <a:latin typeface="Microsoft YaHei"/>
                <a:ea typeface="Microsoft YaHei"/>
                <a:cs typeface="Microsoft YaHei"/>
              </a:defRPr>
            </a:pPr>
            <a:r>
              <a:rPr sz="2325" b="1">
                <a:solidFill>
                  <a:srgbClr val="17243B"/>
                </a:solidFill>
                <a:latin typeface="Microsoft YaHei"/>
                <a:ea typeface="Microsoft YaHei"/>
                <a:cs typeface="Microsoft YaHei"/>
              </a:rPr>
              <a:t>诚实可靠</a:t>
            </a:r>
          </a:p>
        </p:txBody>
      </p:sp>
      <p:sp>
        <p:nvSpPr>
          <p:cNvPr id="9" name="text-7">
            <a:extLst xmlns:a="http://schemas.openxmlformats.org/drawingml/2006/main">
              <a:ext uri="{FF2B5EF4-FFF2-40B4-BE49-F238E27FC236}">
                <a16:creationId xmlns:a16="http://schemas.microsoft.com/office/drawing/2014/main" id="{7A71C169-51B7-45D1-AA81-375A09E048DA}"/>
              </a:ext>
            </a:extLst>
          </p:cNvPr>
          <p:cNvSpPr>
            <a:spLocks xmlns:a="http://schemas.openxmlformats.org/drawingml/2006/main" noGrp="1"/>
          </p:cNvSpPr>
          <p:nvPr/>
        </p:nvSpPr>
        <p:spPr>
          <a:xfrm xmlns:a="http://schemas.openxmlformats.org/drawingml/2006/main">
            <a:off x="609600" y="4029075"/>
            <a:ext cx="33528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56174"/>
                </a:solidFill>
                <a:latin typeface="Microsoft YaHei"/>
                <a:ea typeface="Microsoft YaHei"/>
                <a:cs typeface="Microsoft YaHei"/>
              </a:defRPr>
            </a:defPPr>
          </a:lstStyle>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准确报告数据与不确定性</a:t>
            </a:r>
          </a:p>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不夸大成果，不隐瞒风险</a:t>
            </a:r>
          </a:p>
        </p:txBody>
      </p:sp>
      <p:sp>
        <p:nvSpPr>
          <p:cNvPr id="10" name="text-8">
            <a:extLst xmlns:a="http://schemas.openxmlformats.org/drawingml/2006/main">
              <a:ext uri="{FF2B5EF4-FFF2-40B4-BE49-F238E27FC236}">
                <a16:creationId xmlns:a16="http://schemas.microsoft.com/office/drawing/2014/main" id="{F79ED0FA-90C1-428D-B839-482258CCDD59}"/>
              </a:ext>
            </a:extLst>
          </p:cNvPr>
          <p:cNvSpPr>
            <a:spLocks xmlns:a="http://schemas.openxmlformats.org/drawingml/2006/main" noGrp="1"/>
          </p:cNvSpPr>
          <p:nvPr/>
        </p:nvSpPr>
        <p:spPr>
          <a:xfrm xmlns:a="http://schemas.openxmlformats.org/drawingml/2006/main">
            <a:off x="4343400" y="332422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43B"/>
                </a:solidFill>
                <a:latin typeface="Microsoft YaHei"/>
                <a:ea typeface="Microsoft YaHei"/>
                <a:cs typeface="Microsoft YaHei"/>
              </a:defRPr>
            </a:defPPr>
          </a:lstStyle>
          <a:p xmlns:a="http://schemas.openxmlformats.org/drawingml/2006/main">
            <a:pPr algn="l">
              <a:defRPr sz="2325" b="1">
                <a:solidFill>
                  <a:srgbClr val="17243B"/>
                </a:solidFill>
                <a:latin typeface="Microsoft YaHei"/>
                <a:ea typeface="Microsoft YaHei"/>
                <a:cs typeface="Microsoft YaHei"/>
              </a:defRPr>
            </a:pPr>
            <a:r>
              <a:rPr sz="2325" b="1">
                <a:solidFill>
                  <a:srgbClr val="17243B"/>
                </a:solidFill>
                <a:latin typeface="Microsoft YaHei"/>
                <a:ea typeface="Microsoft YaHei"/>
                <a:cs typeface="Microsoft YaHei"/>
              </a:rPr>
              <a:t>尽职尽责</a:t>
            </a:r>
          </a:p>
        </p:txBody>
      </p:sp>
      <p:sp>
        <p:nvSpPr>
          <p:cNvPr id="11" name="text-9">
            <a:extLst xmlns:a="http://schemas.openxmlformats.org/drawingml/2006/main">
              <a:ext uri="{FF2B5EF4-FFF2-40B4-BE49-F238E27FC236}">
                <a16:creationId xmlns:a16="http://schemas.microsoft.com/office/drawing/2014/main" id="{CFD10248-CE09-4A77-873A-B9CBE13CA1F2}"/>
              </a:ext>
            </a:extLst>
          </p:cNvPr>
          <p:cNvSpPr>
            <a:spLocks xmlns:a="http://schemas.openxmlformats.org/drawingml/2006/main" noGrp="1"/>
          </p:cNvSpPr>
          <p:nvPr/>
        </p:nvSpPr>
        <p:spPr>
          <a:xfrm xmlns:a="http://schemas.openxmlformats.org/drawingml/2006/main">
            <a:off x="4343400" y="4029075"/>
            <a:ext cx="33528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56174"/>
                </a:solidFill>
                <a:latin typeface="Microsoft YaHei"/>
                <a:ea typeface="Microsoft YaHei"/>
                <a:cs typeface="Microsoft YaHei"/>
              </a:defRPr>
            </a:defPPr>
          </a:lstStyle>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在胜任范围内提供服务</a:t>
            </a:r>
          </a:p>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发现异常及时核查与报告</a:t>
            </a:r>
          </a:p>
        </p:txBody>
      </p:sp>
      <p:sp>
        <p:nvSpPr>
          <p:cNvPr id="12" name="text-10">
            <a:extLst xmlns:a="http://schemas.openxmlformats.org/drawingml/2006/main">
              <a:ext uri="{FF2B5EF4-FFF2-40B4-BE49-F238E27FC236}">
                <a16:creationId xmlns:a16="http://schemas.microsoft.com/office/drawing/2014/main" id="{50840994-CD3A-43C4-AF4D-C2618B33B6B0}"/>
              </a:ext>
            </a:extLst>
          </p:cNvPr>
          <p:cNvSpPr>
            <a:spLocks xmlns:a="http://schemas.openxmlformats.org/drawingml/2006/main" noGrp="1"/>
          </p:cNvSpPr>
          <p:nvPr/>
        </p:nvSpPr>
        <p:spPr>
          <a:xfrm xmlns:a="http://schemas.openxmlformats.org/drawingml/2006/main">
            <a:off x="8077200" y="3324225"/>
            <a:ext cx="335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43B"/>
                </a:solidFill>
                <a:latin typeface="Microsoft YaHei"/>
                <a:ea typeface="Microsoft YaHei"/>
                <a:cs typeface="Microsoft YaHei"/>
              </a:defRPr>
            </a:defPPr>
          </a:lstStyle>
          <a:p xmlns:a="http://schemas.openxmlformats.org/drawingml/2006/main">
            <a:pPr algn="l">
              <a:defRPr sz="2325" b="1">
                <a:solidFill>
                  <a:srgbClr val="17243B"/>
                </a:solidFill>
                <a:latin typeface="Microsoft YaHei"/>
                <a:ea typeface="Microsoft YaHei"/>
                <a:cs typeface="Microsoft YaHei"/>
              </a:defRPr>
            </a:pPr>
            <a:r>
              <a:rPr sz="2325" b="1">
                <a:solidFill>
                  <a:srgbClr val="17243B"/>
                </a:solidFill>
                <a:latin typeface="Microsoft YaHei"/>
                <a:ea typeface="Microsoft YaHei"/>
                <a:cs typeface="Microsoft YaHei"/>
              </a:rPr>
              <a:t>忠实服务</a:t>
            </a:r>
          </a:p>
        </p:txBody>
      </p:sp>
      <p:sp>
        <p:nvSpPr>
          <p:cNvPr id="13" name="text-11">
            <a:extLst xmlns:a="http://schemas.openxmlformats.org/drawingml/2006/main">
              <a:ext uri="{FF2B5EF4-FFF2-40B4-BE49-F238E27FC236}">
                <a16:creationId xmlns:a16="http://schemas.microsoft.com/office/drawing/2014/main" id="{D7322E75-9060-4C18-8859-AB22E5472298}"/>
              </a:ext>
            </a:extLst>
          </p:cNvPr>
          <p:cNvSpPr>
            <a:spLocks xmlns:a="http://schemas.openxmlformats.org/drawingml/2006/main" noGrp="1"/>
          </p:cNvSpPr>
          <p:nvPr/>
        </p:nvSpPr>
        <p:spPr>
          <a:xfrm xmlns:a="http://schemas.openxmlformats.org/drawingml/2006/main">
            <a:off x="8077200" y="4029075"/>
            <a:ext cx="33528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56174"/>
                </a:solidFill>
                <a:latin typeface="Microsoft YaHei"/>
                <a:ea typeface="Microsoft YaHei"/>
                <a:cs typeface="Microsoft YaHei"/>
              </a:defRPr>
            </a:defPPr>
          </a:lstStyle>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诚实服务公众、雇主与客户</a:t>
            </a:r>
          </a:p>
          <a:p xmlns:a="http://schemas.openxmlformats.org/drawingml/2006/main">
            <a:pPr algn="l">
              <a:defRPr sz="1950" b="0">
                <a:solidFill>
                  <a:srgbClr val="556174"/>
                </a:solidFill>
                <a:latin typeface="Microsoft YaHei"/>
                <a:ea typeface="Microsoft YaHei"/>
                <a:cs typeface="Microsoft YaHei"/>
              </a:defRPr>
            </a:pPr>
            <a:r>
              <a:rPr sz="1950" b="0">
                <a:solidFill>
                  <a:srgbClr val="556174"/>
                </a:solidFill>
                <a:latin typeface="Microsoft YaHei"/>
                <a:ea typeface="Microsoft YaHei"/>
                <a:cs typeface="Microsoft YaHei"/>
              </a:rPr>
              <a:t>在公共风险面前保持独立判断</a:t>
            </a:r>
          </a:p>
        </p:txBody>
      </p:sp>
      <p:sp>
        <p:nvSpPr>
          <p:cNvPr id="14" name="takeaway">
            <a:extLst xmlns:a="http://schemas.openxmlformats.org/drawingml/2006/main">
              <a:ext uri="{FF2B5EF4-FFF2-40B4-BE49-F238E27FC236}">
                <a16:creationId xmlns:a16="http://schemas.microsoft.com/office/drawing/2014/main" id="{76134DB9-8169-4BD4-91E9-97A0A490B2AF}"/>
              </a:ext>
            </a:extLst>
          </p:cNvPr>
          <p:cNvSpPr>
            <a:spLocks xmlns:a="http://schemas.openxmlformats.org/drawingml/2006/main" noGrp="1"/>
          </p:cNvSpPr>
          <p:nvPr/>
        </p:nvSpPr>
        <p:spPr>
          <a:xfrm xmlns:a="http://schemas.openxmlformats.org/drawingml/2006/main">
            <a:off x="609600" y="568642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同样的要求也适用于实验记录、论文署名、模型评估和工程验收。</a:t>
            </a:r>
          </a:p>
        </p:txBody>
      </p:sp>
    </p:spTree>
    <p:extLst>
      <p:ext uri="{BB962C8B-B14F-4D97-AF65-F5344CB8AC3E}">
        <p14:creationId xmlns:p14="http://schemas.microsoft.com/office/powerpoint/2010/main" val="2705202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07A660E-DB0F-4B39-AE77-D7C9521BBA63}"/>
              </a:ext>
            </a:extLst>
          </p:cNvPr>
          <p:cNvPicPr>
            <a:picLocks xmlns:a="http://schemas.openxmlformats.org/drawingml/2006/main" noChangeAspect="1"/>
          </p:cNvPicPr>
          <p:nvPr/>
        </p:nvPicPr>
        <p:blipFill>
          <a:blip xmlns:r="http://schemas.openxmlformats.org/officeDocument/2006/relationships" xmlns:a="http://schemas.openxmlformats.org/drawingml/2006/main" r:embed="Rf90b0db5920a4603"/>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01302176-92F1-4645-BBE5-D5AC3C0C3D9C}"/>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4194A6F2-A89E-471A-91C9-7A6CA9981D2F}"/>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第二讲</a:t>
            </a:r>
          </a:p>
        </p:txBody>
      </p:sp>
      <p:sp>
        <p:nvSpPr>
          <p:cNvPr id="4" name="slide-title">
            <a:extLst xmlns:a="http://schemas.openxmlformats.org/drawingml/2006/main">
              <a:ext uri="{FF2B5EF4-FFF2-40B4-BE49-F238E27FC236}">
                <a16:creationId xmlns:a16="http://schemas.microsoft.com/office/drawing/2014/main" id="{5F1C467A-100E-45F7-9928-7746CC9C8F5E}"/>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伦理冲突的识别与处理</a:t>
            </a:r>
          </a:p>
        </p:txBody>
      </p:sp>
      <p:sp>
        <p:nvSpPr>
          <p:cNvPr id="5" name="footer">
            <a:extLst xmlns:a="http://schemas.openxmlformats.org/drawingml/2006/main">
              <a:ext uri="{FF2B5EF4-FFF2-40B4-BE49-F238E27FC236}">
                <a16:creationId xmlns:a16="http://schemas.microsoft.com/office/drawing/2014/main" id="{989A1C66-BB14-4CA7-A99D-5CD89520670B}"/>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91A34C13-C87A-4105-99B2-F40E2356FF4F}"/>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16 / 22</a:t>
            </a:r>
          </a:p>
        </p:txBody>
      </p:sp>
      <p:graphicFrame>
        <p:nvGraphicFramePr>
          <p:cNvPr id="7" name="">
            <a:extLst xmlns:a="http://schemas.openxmlformats.org/drawingml/2006/main">
              <a:ext uri="{FF2B5EF4-FFF2-40B4-BE49-F238E27FC236}">
                <a16:creationId xmlns:a16="http://schemas.microsoft.com/office/drawing/2014/main" id="{B9179C2E-A0A4-4364-81AF-260DE3FBABE6}"/>
              </a:ext>
            </a:extLst>
          </p:cNvPr>
          <p:cNvGraphicFramePr/>
          <p:nvPr/>
        </p:nvGraphicFramePr>
        <p:xfrm>
          <a:off xmlns:a="http://schemas.openxmlformats.org/drawingml/2006/main" x="609600" y="2124075"/>
          <a:ext xmlns:a="http://schemas.openxmlformats.org/drawingml/2006/main" cx="10668000" cy="3028950"/>
        </p:xfrm>
        <a:graphic xmlns:a="http://schemas.openxmlformats.org/drawingml/2006/main">
          <a:graphicData uri="http://schemas.openxmlformats.org/drawingml/2006/table">
            <a:tbl>
              <a:tblPr/>
              <a:tblGrid>
                <a:gridCol w="1714500"/>
                <a:gridCol w="4381500"/>
                <a:gridCol w="4572000"/>
              </a:tblGrid>
              <a:tr h="757238">
                <a:tc>
                  <a:txBody>
                    <a:bodyPr lIns="95250" tIns="95250" rIns="95250" bIns="95250">
                      <a:noAutofit/>
                    </a:bodyPr>
                    <a:lstStyle/>
                    <a:p>
                      <a:r>
                        <a:rPr sz="1800" b="1">
                          <a:solidFill>
                            <a:srgbClr val="FFFFFF"/>
                          </a:solidFill>
                          <a:latin typeface="Microsoft YaHei"/>
                          <a:ea typeface="Microsoft YaHei"/>
                          <a:cs typeface="Microsoft YaHei"/>
                        </a:rPr>
                        <a:t>冲突类型</a:t>
                      </a:r>
                    </a:p>
                  </a:txBody>
                  <a:tcPr marL="91440" marR="91440" marT="45720" marB="45720" anchor="ctr">
                    <a:lnL w="6191">
                      <a:solidFill>
                        <a:srgbClr val="D9DDE3"/>
                      </a:solidFill>
                      <a:prstDash val="solid"/>
                    </a:lnL>
                    <a:lnR w="6191">
                      <a:solidFill>
                        <a:srgbClr val="D9DDE3"/>
                      </a:solidFill>
                      <a:prstDash val="solid"/>
                    </a:lnR>
                    <a:lnT w="6191">
                      <a:solidFill>
                        <a:srgbClr val="D9DDE3"/>
                      </a:solidFill>
                      <a:prstDash val="solid"/>
                    </a:lnT>
                    <a:lnB w="6191">
                      <a:solidFill>
                        <a:srgbClr val="D9DDE3"/>
                      </a:solidFill>
                      <a:prstDash val="solid"/>
                    </a:lnB>
                    <a:solidFill>
                      <a:srgbClr val="17243B"/>
                    </a:solidFill>
                  </a:tcPr>
                </a:tc>
                <a:tc>
                  <a:txBody>
                    <a:bodyPr lIns="95250" tIns="95250" rIns="95250" bIns="95250">
                      <a:noAutofit/>
                    </a:bodyPr>
                    <a:lstStyle/>
                    <a:p>
                      <a:r>
                        <a:rPr sz="1800" b="1">
                          <a:solidFill>
                            <a:srgbClr val="FFFFFF"/>
                          </a:solidFill>
                          <a:latin typeface="Microsoft YaHei"/>
                          <a:ea typeface="Microsoft YaHei"/>
                          <a:cs typeface="Microsoft YaHei"/>
                        </a:rPr>
                        <a:t>典型情境</a:t>
                      </a:r>
                    </a:p>
                  </a:txBody>
                  <a:tcPr marL="91440" marR="91440" marT="45720" marB="45720" anchor="ctr">
                    <a:lnR w="6191">
                      <a:solidFill>
                        <a:srgbClr val="D9DDE3"/>
                      </a:solidFill>
                      <a:prstDash val="solid"/>
                    </a:lnR>
                    <a:lnT w="6191">
                      <a:solidFill>
                        <a:srgbClr val="D9DDE3"/>
                      </a:solidFill>
                      <a:prstDash val="solid"/>
                    </a:lnT>
                    <a:lnB w="6191">
                      <a:solidFill>
                        <a:srgbClr val="D9DDE3"/>
                      </a:solidFill>
                      <a:prstDash val="solid"/>
                    </a:lnB>
                    <a:solidFill>
                      <a:srgbClr val="17243B"/>
                    </a:solidFill>
                  </a:tcPr>
                </a:tc>
                <a:tc>
                  <a:txBody>
                    <a:bodyPr lIns="95250" tIns="95250" rIns="95250" bIns="95250">
                      <a:noAutofit/>
                    </a:bodyPr>
                    <a:lstStyle/>
                    <a:p>
                      <a:r>
                        <a:rPr sz="1800" b="1">
                          <a:solidFill>
                            <a:srgbClr val="FFFFFF"/>
                          </a:solidFill>
                          <a:latin typeface="Microsoft YaHei"/>
                          <a:ea typeface="Microsoft YaHei"/>
                          <a:cs typeface="Microsoft YaHei"/>
                        </a:rPr>
                        <a:t>处理方向</a:t>
                      </a:r>
                    </a:p>
                  </a:txBody>
                  <a:tcPr marL="91440" marR="91440" marT="45720" marB="45720" anchor="ctr">
                    <a:lnR w="6191">
                      <a:solidFill>
                        <a:srgbClr val="D9DDE3"/>
                      </a:solidFill>
                      <a:prstDash val="solid"/>
                    </a:lnR>
                    <a:lnT w="6191">
                      <a:solidFill>
                        <a:srgbClr val="D9DDE3"/>
                      </a:solidFill>
                      <a:prstDash val="solid"/>
                    </a:lnT>
                    <a:lnB w="6191">
                      <a:solidFill>
                        <a:srgbClr val="D9DDE3"/>
                      </a:solidFill>
                      <a:prstDash val="solid"/>
                    </a:lnB>
                    <a:solidFill>
                      <a:srgbClr val="17243B"/>
                    </a:solidFill>
                  </a:tcPr>
                </a:tc>
              </a:tr>
              <a:tr h="757238">
                <a:tc>
                  <a:txBody>
                    <a:bodyPr lIns="95250" tIns="95250" rIns="95250" bIns="95250">
                      <a:noAutofit/>
                    </a:bodyPr>
                    <a:lstStyle/>
                    <a:p>
                      <a:r>
                        <a:rPr sz="1800" b="1">
                          <a:solidFill>
                            <a:srgbClr val="17243B"/>
                          </a:solidFill>
                          <a:latin typeface="Microsoft YaHei"/>
                          <a:ea typeface="Microsoft YaHei"/>
                          <a:cs typeface="Microsoft YaHei"/>
                        </a:rPr>
                        <a:t>角色冲突</a:t>
                      </a:r>
                    </a:p>
                  </a:txBody>
                  <a:tcPr marL="91440" marR="91440" marT="45720" marB="45720" anchor="ctr">
                    <a:lnL w="6191">
                      <a:solidFill>
                        <a:srgbClr val="D9DDE3"/>
                      </a:solidFill>
                      <a:prstDash val="solid"/>
                    </a:lnL>
                    <a:lnR w="6191">
                      <a:solidFill>
                        <a:srgbClr val="D9DDE3"/>
                      </a:solidFill>
                      <a:prstDash val="solid"/>
                    </a:lnR>
                    <a:lnB w="6191">
                      <a:solidFill>
                        <a:srgbClr val="D9DDE3"/>
                      </a:solidFill>
                      <a:prstDash val="solid"/>
                    </a:lnB>
                    <a:solidFill>
                      <a:srgbClr val="FFFFFF"/>
                    </a:solidFill>
                  </a:tcPr>
                </a:tc>
                <a:tc>
                  <a:txBody>
                    <a:bodyPr lIns="95250" tIns="95250" rIns="95250" bIns="95250">
                      <a:noAutofit/>
                    </a:bodyPr>
                    <a:lstStyle/>
                    <a:p>
                      <a:r>
                        <a:rPr sz="1800" b="0">
                          <a:solidFill>
                            <a:srgbClr val="17243B"/>
                          </a:solidFill>
                          <a:latin typeface="Microsoft YaHei"/>
                          <a:ea typeface="Microsoft YaHei"/>
                          <a:cs typeface="Microsoft YaHei"/>
                        </a:rPr>
                        <a:t>雇员职责与专业判断不一致</a:t>
                      </a:r>
                    </a:p>
                  </a:txBody>
                  <a:tcPr marL="91440" marR="91440" marT="45720" marB="45720" anchor="ctr">
                    <a:lnR w="6191">
                      <a:solidFill>
                        <a:srgbClr val="D9DDE3"/>
                      </a:solidFill>
                      <a:prstDash val="solid"/>
                    </a:lnR>
                    <a:lnB w="6191">
                      <a:solidFill>
                        <a:srgbClr val="D9DDE3"/>
                      </a:solidFill>
                      <a:prstDash val="solid"/>
                    </a:lnB>
                    <a:solidFill>
                      <a:srgbClr val="FFFFFF"/>
                    </a:solidFill>
                  </a:tcPr>
                </a:tc>
                <a:tc>
                  <a:txBody>
                    <a:bodyPr lIns="95250" tIns="95250" rIns="95250" bIns="95250">
                      <a:noAutofit/>
                    </a:bodyPr>
                    <a:lstStyle/>
                    <a:p>
                      <a:r>
                        <a:rPr sz="1800" b="0">
                          <a:solidFill>
                            <a:srgbClr val="17243B"/>
                          </a:solidFill>
                          <a:latin typeface="Microsoft YaHei"/>
                          <a:ea typeface="Microsoft YaHei"/>
                          <a:cs typeface="Microsoft YaHei"/>
                        </a:rPr>
                        <a:t>明确职责，支持独立判断，寻求专业意见</a:t>
                      </a:r>
                    </a:p>
                  </a:txBody>
                  <a:tcPr marL="91440" marR="91440" marT="45720" marB="45720" anchor="ctr">
                    <a:lnR w="6191">
                      <a:solidFill>
                        <a:srgbClr val="D9DDE3"/>
                      </a:solidFill>
                      <a:prstDash val="solid"/>
                    </a:lnR>
                    <a:lnB w="6191">
                      <a:solidFill>
                        <a:srgbClr val="D9DDE3"/>
                      </a:solidFill>
                      <a:prstDash val="solid"/>
                    </a:lnB>
                    <a:solidFill>
                      <a:srgbClr val="FFFFFF"/>
                    </a:solidFill>
                  </a:tcPr>
                </a:tc>
              </a:tr>
              <a:tr h="757238">
                <a:tc>
                  <a:txBody>
                    <a:bodyPr lIns="95250" tIns="95250" rIns="95250" bIns="95250">
                      <a:noAutofit/>
                    </a:bodyPr>
                    <a:lstStyle/>
                    <a:p>
                      <a:r>
                        <a:rPr sz="1800" b="1">
                          <a:solidFill>
                            <a:srgbClr val="17243B"/>
                          </a:solidFill>
                          <a:latin typeface="Microsoft YaHei"/>
                          <a:ea typeface="Microsoft YaHei"/>
                          <a:cs typeface="Microsoft YaHei"/>
                        </a:rPr>
                        <a:t>利益冲突</a:t>
                      </a:r>
                    </a:p>
                  </a:txBody>
                  <a:tcPr marL="91440" marR="91440" marT="45720" marB="45720" anchor="ctr">
                    <a:lnL w="6191">
                      <a:solidFill>
                        <a:srgbClr val="D9DDE3"/>
                      </a:solidFill>
                      <a:prstDash val="solid"/>
                    </a:lnL>
                    <a:lnR w="6191">
                      <a:solidFill>
                        <a:srgbClr val="D9DDE3"/>
                      </a:solidFill>
                      <a:prstDash val="solid"/>
                    </a:lnR>
                    <a:lnB w="6191">
                      <a:solidFill>
                        <a:srgbClr val="D9DDE3"/>
                      </a:solidFill>
                      <a:prstDash val="solid"/>
                    </a:lnB>
                    <a:solidFill>
                      <a:srgbClr val="F5F6F8"/>
                    </a:solidFill>
                  </a:tcPr>
                </a:tc>
                <a:tc>
                  <a:txBody>
                    <a:bodyPr lIns="95250" tIns="95250" rIns="95250" bIns="95250">
                      <a:noAutofit/>
                    </a:bodyPr>
                    <a:lstStyle/>
                    <a:p>
                      <a:r>
                        <a:rPr sz="1800" b="0">
                          <a:solidFill>
                            <a:srgbClr val="17243B"/>
                          </a:solidFill>
                          <a:latin typeface="Microsoft YaHei"/>
                          <a:ea typeface="Microsoft YaHei"/>
                          <a:cs typeface="Microsoft YaHei"/>
                        </a:rPr>
                        <a:t>供应商利益影响评审或验收</a:t>
                      </a:r>
                    </a:p>
                  </a:txBody>
                  <a:tcPr marL="91440" marR="91440" marT="45720" marB="45720" anchor="ctr">
                    <a:lnR w="6191">
                      <a:solidFill>
                        <a:srgbClr val="D9DDE3"/>
                      </a:solidFill>
                      <a:prstDash val="solid"/>
                    </a:lnR>
                    <a:lnB w="6191">
                      <a:solidFill>
                        <a:srgbClr val="D9DDE3"/>
                      </a:solidFill>
                      <a:prstDash val="solid"/>
                    </a:lnB>
                    <a:solidFill>
                      <a:srgbClr val="F5F6F8"/>
                    </a:solidFill>
                  </a:tcPr>
                </a:tc>
                <a:tc>
                  <a:txBody>
                    <a:bodyPr lIns="95250" tIns="95250" rIns="95250" bIns="95250">
                      <a:noAutofit/>
                    </a:bodyPr>
                    <a:lstStyle/>
                    <a:p>
                      <a:r>
                        <a:rPr sz="1800" b="0">
                          <a:solidFill>
                            <a:srgbClr val="17243B"/>
                          </a:solidFill>
                          <a:latin typeface="Microsoft YaHei"/>
                          <a:ea typeface="Microsoft YaHei"/>
                          <a:cs typeface="Microsoft YaHei"/>
                        </a:rPr>
                        <a:t>拒绝或放弃利益，披露并回避</a:t>
                      </a:r>
                    </a:p>
                  </a:txBody>
                  <a:tcPr marL="91440" marR="91440" marT="45720" marB="45720" anchor="ctr">
                    <a:lnR w="6191">
                      <a:solidFill>
                        <a:srgbClr val="D9DDE3"/>
                      </a:solidFill>
                      <a:prstDash val="solid"/>
                    </a:lnR>
                    <a:lnB w="6191">
                      <a:solidFill>
                        <a:srgbClr val="D9DDE3"/>
                      </a:solidFill>
                      <a:prstDash val="solid"/>
                    </a:lnB>
                    <a:solidFill>
                      <a:srgbClr val="F5F6F8"/>
                    </a:solidFill>
                  </a:tcPr>
                </a:tc>
              </a:tr>
              <a:tr h="757238">
                <a:tc>
                  <a:txBody>
                    <a:bodyPr lIns="95250" tIns="95250" rIns="95250" bIns="95250">
                      <a:noAutofit/>
                    </a:bodyPr>
                    <a:lstStyle/>
                    <a:p>
                      <a:r>
                        <a:rPr sz="1800" b="1">
                          <a:solidFill>
                            <a:srgbClr val="17243B"/>
                          </a:solidFill>
                          <a:latin typeface="Microsoft YaHei"/>
                          <a:ea typeface="Microsoft YaHei"/>
                          <a:cs typeface="Microsoft YaHei"/>
                        </a:rPr>
                        <a:t>责任冲突</a:t>
                      </a:r>
                    </a:p>
                  </a:txBody>
                  <a:tcPr marL="91440" marR="91440" marT="45720" marB="45720" anchor="ctr">
                    <a:lnL w="6191">
                      <a:solidFill>
                        <a:srgbClr val="D9DDE3"/>
                      </a:solidFill>
                      <a:prstDash val="solid"/>
                    </a:lnL>
                    <a:lnR w="6191">
                      <a:solidFill>
                        <a:srgbClr val="D9DDE3"/>
                      </a:solidFill>
                      <a:prstDash val="solid"/>
                    </a:lnR>
                    <a:lnB w="6191">
                      <a:solidFill>
                        <a:srgbClr val="D9DDE3"/>
                      </a:solidFill>
                      <a:prstDash val="solid"/>
                    </a:lnB>
                    <a:solidFill>
                      <a:srgbClr val="FFFFFF"/>
                    </a:solidFill>
                  </a:tcPr>
                </a:tc>
                <a:tc>
                  <a:txBody>
                    <a:bodyPr lIns="95250" tIns="95250" rIns="95250" bIns="95250">
                      <a:noAutofit/>
                    </a:bodyPr>
                    <a:lstStyle/>
                    <a:p>
                      <a:r>
                        <a:rPr sz="1800" b="0">
                          <a:solidFill>
                            <a:srgbClr val="17243B"/>
                          </a:solidFill>
                          <a:latin typeface="Microsoft YaHei"/>
                          <a:ea typeface="Microsoft YaHei"/>
                          <a:cs typeface="Microsoft YaHei"/>
                        </a:rPr>
                        <a:t>保密、进度与公众安全相互牵制</a:t>
                      </a:r>
                    </a:p>
                  </a:txBody>
                  <a:tcPr marL="91440" marR="91440" marT="45720" marB="45720" anchor="ctr">
                    <a:lnR w="6191">
                      <a:solidFill>
                        <a:srgbClr val="D9DDE3"/>
                      </a:solidFill>
                      <a:prstDash val="solid"/>
                    </a:lnR>
                    <a:lnB w="6191">
                      <a:solidFill>
                        <a:srgbClr val="D9DDE3"/>
                      </a:solidFill>
                      <a:prstDash val="solid"/>
                    </a:lnB>
                    <a:solidFill>
                      <a:srgbClr val="FFFFFF"/>
                    </a:solidFill>
                  </a:tcPr>
                </a:tc>
                <a:tc>
                  <a:txBody>
                    <a:bodyPr lIns="95250" tIns="95250" rIns="95250" bIns="95250">
                      <a:noAutofit/>
                    </a:bodyPr>
                    <a:lstStyle/>
                    <a:p>
                      <a:r>
                        <a:rPr sz="1800" b="0">
                          <a:solidFill>
                            <a:srgbClr val="17243B"/>
                          </a:solidFill>
                          <a:latin typeface="Microsoft YaHei"/>
                          <a:ea typeface="Microsoft YaHei"/>
                          <a:cs typeface="Microsoft YaHei"/>
                        </a:rPr>
                        <a:t>比较权利和风险，提出替代行动方案</a:t>
                      </a:r>
                    </a:p>
                  </a:txBody>
                  <a:tcPr marL="91440" marR="91440" marT="45720" marB="45720" anchor="ctr">
                    <a:lnR w="6191">
                      <a:solidFill>
                        <a:srgbClr val="D9DDE3"/>
                      </a:solidFill>
                      <a:prstDash val="solid"/>
                    </a:lnR>
                    <a:lnB w="6191">
                      <a:solidFill>
                        <a:srgbClr val="D9DDE3"/>
                      </a:solidFill>
                      <a:prstDash val="solid"/>
                    </a:lnB>
                    <a:solidFill>
                      <a:srgbClr val="FFFFFF"/>
                    </a:solidFill>
                  </a:tcPr>
                </a:tc>
              </a:tr>
            </a:tbl>
          </a:graphicData>
        </a:graphic>
      </p:graphicFrame>
      <p:sp>
        <p:nvSpPr>
          <p:cNvPr id="8" name="takeaway">
            <a:extLst xmlns:a="http://schemas.openxmlformats.org/drawingml/2006/main">
              <a:ext uri="{FF2B5EF4-FFF2-40B4-BE49-F238E27FC236}">
                <a16:creationId xmlns:a16="http://schemas.microsoft.com/office/drawing/2014/main" id="{14656A98-8C02-45FA-AEDD-21B8E62D58C0}"/>
              </a:ext>
            </a:extLst>
          </p:cNvPr>
          <p:cNvSpPr>
            <a:spLocks xmlns:a="http://schemas.openxmlformats.org/drawingml/2006/main" noGrp="1"/>
          </p:cNvSpPr>
          <p:nvPr/>
        </p:nvSpPr>
        <p:spPr>
          <a:xfrm xmlns:a="http://schemas.openxmlformats.org/drawingml/2006/main">
            <a:off x="609600" y="550545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冲突应结合具体事实判断，不能仅凭当事人的动机作结论。</a:t>
            </a:r>
          </a:p>
        </p:txBody>
      </p:sp>
    </p:spTree>
    <p:extLst>
      <p:ext uri="{BB962C8B-B14F-4D97-AF65-F5344CB8AC3E}">
        <p14:creationId xmlns:p14="http://schemas.microsoft.com/office/powerpoint/2010/main" val="140562207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64F98D50-3C58-452D-8322-5F04603295A8}"/>
              </a:ext>
            </a:extLst>
          </p:cNvPr>
          <p:cNvPicPr>
            <a:picLocks xmlns:a="http://schemas.openxmlformats.org/drawingml/2006/main" noChangeAspect="1"/>
          </p:cNvPicPr>
          <p:nvPr/>
        </p:nvPicPr>
        <p:blipFill>
          <a:blip xmlns:r="http://schemas.openxmlformats.org/officeDocument/2006/relationships" xmlns:a="http://schemas.openxmlformats.org/drawingml/2006/main" r:embed="Ra7d6f883d4ad47f0"/>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5E538558-2AE2-4832-BA04-66DDCC5BD072}"/>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0B05007E-6A8B-409C-9D11-DF0DA8DB223A}"/>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第二讲</a:t>
            </a:r>
          </a:p>
        </p:txBody>
      </p:sp>
      <p:sp>
        <p:nvSpPr>
          <p:cNvPr id="4" name="slide-title">
            <a:extLst xmlns:a="http://schemas.openxmlformats.org/drawingml/2006/main">
              <a:ext uri="{FF2B5EF4-FFF2-40B4-BE49-F238E27FC236}">
                <a16:creationId xmlns:a16="http://schemas.microsoft.com/office/drawing/2014/main" id="{6DC7761C-8E85-43A2-A255-DFF0D15DDD2C}"/>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AI幻觉案：判决与风险预防</a:t>
            </a:r>
          </a:p>
        </p:txBody>
      </p:sp>
      <p:sp>
        <p:nvSpPr>
          <p:cNvPr id="5" name="footer">
            <a:extLst xmlns:a="http://schemas.openxmlformats.org/drawingml/2006/main">
              <a:ext uri="{FF2B5EF4-FFF2-40B4-BE49-F238E27FC236}">
                <a16:creationId xmlns:a16="http://schemas.microsoft.com/office/drawing/2014/main" id="{6F59DA7F-51B7-43AE-976D-4233312BF3FE}"/>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23F22002-B97D-4927-ADF8-16768673DFB9}"/>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17 / 22</a:t>
            </a:r>
          </a:p>
        </p:txBody>
      </p:sp>
      <p:sp>
        <p:nvSpPr>
          <p:cNvPr id="7" name="source-line">
            <a:extLst xmlns:a="http://schemas.openxmlformats.org/drawingml/2006/main">
              <a:ext uri="{FF2B5EF4-FFF2-40B4-BE49-F238E27FC236}">
                <a16:creationId xmlns:a16="http://schemas.microsoft.com/office/drawing/2014/main" id="{F7C99B6D-B4B2-44A5-8C98-413B7E1A732C}"/>
              </a:ext>
            </a:extLst>
          </p:cNvPr>
          <p:cNvSpPr>
            <a:spLocks xmlns:a="http://schemas.openxmlformats.org/drawingml/2006/main" noGrp="1"/>
          </p:cNvSpPr>
          <p:nvPr/>
        </p:nvSpPr>
        <p:spPr>
          <a:xfrm xmlns:a="http://schemas.openxmlformats.org/drawingml/2006/main">
            <a:off x="609600" y="6143625"/>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来源：人民法院报案例解读，2026年1月；判决已生效</a:t>
            </a:r>
          </a:p>
        </p:txBody>
      </p:sp>
      <p:sp>
        <p:nvSpPr>
          <p:cNvPr id="8" name="text-6">
            <a:extLst xmlns:a="http://schemas.openxmlformats.org/drawingml/2006/main">
              <a:ext uri="{FF2B5EF4-FFF2-40B4-BE49-F238E27FC236}">
                <a16:creationId xmlns:a16="http://schemas.microsoft.com/office/drawing/2014/main" id="{042BF5CD-AFC8-4CB9-A9D6-B91952F41F71}"/>
              </a:ext>
            </a:extLst>
          </p:cNvPr>
          <p:cNvSpPr>
            <a:spLocks xmlns:a="http://schemas.openxmlformats.org/drawingml/2006/main" noGrp="1"/>
          </p:cNvSpPr>
          <p:nvPr/>
        </p:nvSpPr>
        <p:spPr>
          <a:xfrm xmlns:a="http://schemas.openxmlformats.org/drawingml/2006/main">
            <a:off x="609600" y="215265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案情与判决</a:t>
            </a:r>
          </a:p>
        </p:txBody>
      </p:sp>
      <p:sp>
        <p:nvSpPr>
          <p:cNvPr id="9" name="text-7">
            <a:extLst xmlns:a="http://schemas.openxmlformats.org/drawingml/2006/main">
              <a:ext uri="{FF2B5EF4-FFF2-40B4-BE49-F238E27FC236}">
                <a16:creationId xmlns:a16="http://schemas.microsoft.com/office/drawing/2014/main" id="{89B3F950-99EA-47EB-B906-D5EB3D641B12}"/>
              </a:ext>
            </a:extLst>
          </p:cNvPr>
          <p:cNvSpPr>
            <a:spLocks xmlns:a="http://schemas.openxmlformats.org/drawingml/2006/main" noGrp="1"/>
          </p:cNvSpPr>
          <p:nvPr/>
        </p:nvSpPr>
        <p:spPr>
          <a:xfrm xmlns:a="http://schemas.openxmlformats.org/drawingml/2006/main">
            <a:off x="6400800" y="215265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责任判断与工程措施</a:t>
            </a:r>
          </a:p>
        </p:txBody>
      </p:sp>
      <p:sp>
        <p:nvSpPr>
          <p:cNvPr id="10" name="text-8">
            <a:extLst xmlns:a="http://schemas.openxmlformats.org/drawingml/2006/main">
              <a:ext uri="{FF2B5EF4-FFF2-40B4-BE49-F238E27FC236}">
                <a16:creationId xmlns:a16="http://schemas.microsoft.com/office/drawing/2014/main" id="{D2E5A766-426D-401D-936A-BF5E03A53FC8}"/>
              </a:ext>
            </a:extLst>
          </p:cNvPr>
          <p:cNvSpPr>
            <a:spLocks xmlns:a="http://schemas.openxmlformats.org/drawingml/2006/main" noGrp="1"/>
          </p:cNvSpPr>
          <p:nvPr/>
        </p:nvSpPr>
        <p:spPr>
          <a:xfrm xmlns:a="http://schemas.openxmlformats.org/drawingml/2006/main">
            <a:off x="609600" y="27813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AI生成错误高校信息及10万元赔偿承诺</a:t>
            </a:r>
          </a:p>
        </p:txBody>
      </p:sp>
      <p:sp>
        <p:nvSpPr>
          <p:cNvPr id="11" name="text-9">
            <a:extLst xmlns:a="http://schemas.openxmlformats.org/drawingml/2006/main">
              <a:ext uri="{FF2B5EF4-FFF2-40B4-BE49-F238E27FC236}">
                <a16:creationId xmlns:a16="http://schemas.microsoft.com/office/drawing/2014/main" id="{E373AFA9-3B6A-4498-AEA1-9EB1CE1CDE70}"/>
              </a:ext>
            </a:extLst>
          </p:cNvPr>
          <p:cNvSpPr>
            <a:spLocks xmlns:a="http://schemas.openxmlformats.org/drawingml/2006/main" noGrp="1"/>
          </p:cNvSpPr>
          <p:nvPr/>
        </p:nvSpPr>
        <p:spPr>
          <a:xfrm xmlns:a="http://schemas.openxmlformats.org/drawingml/2006/main">
            <a:off x="609600" y="34290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用户提起侵权诉讼，请求赔偿9999元</a:t>
            </a:r>
          </a:p>
        </p:txBody>
      </p:sp>
      <p:sp>
        <p:nvSpPr>
          <p:cNvPr id="12" name="text-10">
            <a:extLst xmlns:a="http://schemas.openxmlformats.org/drawingml/2006/main">
              <a:ext uri="{FF2B5EF4-FFF2-40B4-BE49-F238E27FC236}">
                <a16:creationId xmlns:a16="http://schemas.microsoft.com/office/drawing/2014/main" id="{D463DEF4-6BC9-4925-A085-5E0326225905}"/>
              </a:ext>
            </a:extLst>
          </p:cNvPr>
          <p:cNvSpPr>
            <a:spLocks xmlns:a="http://schemas.openxmlformats.org/drawingml/2006/main" noGrp="1"/>
          </p:cNvSpPr>
          <p:nvPr/>
        </p:nvSpPr>
        <p:spPr>
          <a:xfrm xmlns:a="http://schemas.openxmlformats.org/drawingml/2006/main">
            <a:off x="609600" y="40767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法院驳回诉讼请求，双方未上诉</a:t>
            </a:r>
          </a:p>
        </p:txBody>
      </p:sp>
      <p:sp>
        <p:nvSpPr>
          <p:cNvPr id="13" name="text-11">
            <a:extLst xmlns:a="http://schemas.openxmlformats.org/drawingml/2006/main">
              <a:ext uri="{FF2B5EF4-FFF2-40B4-BE49-F238E27FC236}">
                <a16:creationId xmlns:a16="http://schemas.microsoft.com/office/drawing/2014/main" id="{7F3B0359-24F3-4143-A5F5-AB438DCF26A8}"/>
              </a:ext>
            </a:extLst>
          </p:cNvPr>
          <p:cNvSpPr>
            <a:spLocks xmlns:a="http://schemas.openxmlformats.org/drawingml/2006/main" noGrp="1"/>
          </p:cNvSpPr>
          <p:nvPr/>
        </p:nvSpPr>
        <p:spPr>
          <a:xfrm xmlns:a="http://schemas.openxmlformats.org/drawingml/2006/main">
            <a:off x="609600" y="47244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判决已生效，生成承诺不等于平台意思表示</a:t>
            </a:r>
          </a:p>
        </p:txBody>
      </p:sp>
      <p:sp>
        <p:nvSpPr>
          <p:cNvPr id="14" name="text-12">
            <a:extLst xmlns:a="http://schemas.openxmlformats.org/drawingml/2006/main">
              <a:ext uri="{FF2B5EF4-FFF2-40B4-BE49-F238E27FC236}">
                <a16:creationId xmlns:a16="http://schemas.microsoft.com/office/drawing/2014/main" id="{80238EC3-C4FD-4B6F-AF75-4F2F12495239}"/>
              </a:ext>
            </a:extLst>
          </p:cNvPr>
          <p:cNvSpPr>
            <a:spLocks xmlns:a="http://schemas.openxmlformats.org/drawingml/2006/main" noGrp="1"/>
          </p:cNvSpPr>
          <p:nvPr/>
        </p:nvSpPr>
        <p:spPr>
          <a:xfrm xmlns:a="http://schemas.openxmlformats.org/drawingml/2006/main">
            <a:off x="6400800" y="27813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本案结合注意义务、损害和因果关系判断</a:t>
            </a:r>
          </a:p>
        </p:txBody>
      </p:sp>
      <p:sp>
        <p:nvSpPr>
          <p:cNvPr id="15" name="text-13">
            <a:extLst xmlns:a="http://schemas.openxmlformats.org/drawingml/2006/main">
              <a:ext uri="{FF2B5EF4-FFF2-40B4-BE49-F238E27FC236}">
                <a16:creationId xmlns:a16="http://schemas.microsoft.com/office/drawing/2014/main" id="{72B9E80E-A124-4C4D-A39E-C66540DF2A3C}"/>
              </a:ext>
            </a:extLst>
          </p:cNvPr>
          <p:cNvSpPr>
            <a:spLocks xmlns:a="http://schemas.openxmlformats.org/drawingml/2006/main" noGrp="1"/>
          </p:cNvSpPr>
          <p:nvPr/>
        </p:nvSpPr>
        <p:spPr>
          <a:xfrm xmlns:a="http://schemas.openxmlformats.org/drawingml/2006/main">
            <a:off x="6400800" y="34290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显著说明功能局限，提示重要场景风险</a:t>
            </a:r>
          </a:p>
        </p:txBody>
      </p:sp>
      <p:sp>
        <p:nvSpPr>
          <p:cNvPr id="16" name="text-14">
            <a:extLst xmlns:a="http://schemas.openxmlformats.org/drawingml/2006/main">
              <a:ext uri="{FF2B5EF4-FFF2-40B4-BE49-F238E27FC236}">
                <a16:creationId xmlns:a16="http://schemas.microsoft.com/office/drawing/2014/main" id="{A3BEF97B-119B-4788-BFC5-556D4BC98D39}"/>
              </a:ext>
            </a:extLst>
          </p:cNvPr>
          <p:cNvSpPr>
            <a:spLocks xmlns:a="http://schemas.openxmlformats.org/drawingml/2006/main" noGrp="1"/>
          </p:cNvSpPr>
          <p:nvPr/>
        </p:nvSpPr>
        <p:spPr>
          <a:xfrm xmlns:a="http://schemas.openxmlformats.org/drawingml/2006/main">
            <a:off x="6400800" y="40767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通过检索与核验提高信息可靠性</a:t>
            </a:r>
          </a:p>
        </p:txBody>
      </p:sp>
      <p:sp>
        <p:nvSpPr>
          <p:cNvPr id="17" name="text-15">
            <a:extLst xmlns:a="http://schemas.openxmlformats.org/drawingml/2006/main">
              <a:ext uri="{FF2B5EF4-FFF2-40B4-BE49-F238E27FC236}">
                <a16:creationId xmlns:a16="http://schemas.microsoft.com/office/drawing/2014/main" id="{40369C35-4CE3-4543-B911-AF672609BE96}"/>
              </a:ext>
            </a:extLst>
          </p:cNvPr>
          <p:cNvSpPr>
            <a:spLocks xmlns:a="http://schemas.openxmlformats.org/drawingml/2006/main" noGrp="1"/>
          </p:cNvSpPr>
          <p:nvPr/>
        </p:nvSpPr>
        <p:spPr>
          <a:xfrm xmlns:a="http://schemas.openxmlformats.org/drawingml/2006/main">
            <a:off x="6400800" y="47244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为高风险用途设计复核与反馈机制</a:t>
            </a:r>
          </a:p>
        </p:txBody>
      </p:sp>
      <p:sp>
        <p:nvSpPr>
          <p:cNvPr id="18" name="takeaway">
            <a:extLst xmlns:a="http://schemas.openxmlformats.org/drawingml/2006/main">
              <a:ext uri="{FF2B5EF4-FFF2-40B4-BE49-F238E27FC236}">
                <a16:creationId xmlns:a16="http://schemas.microsoft.com/office/drawing/2014/main" id="{F37474F4-ECCE-4AB8-B360-467B95086FD5}"/>
              </a:ext>
            </a:extLst>
          </p:cNvPr>
          <p:cNvSpPr>
            <a:spLocks xmlns:a="http://schemas.openxmlformats.org/drawingml/2006/main" noGrp="1"/>
          </p:cNvSpPr>
          <p:nvPr/>
        </p:nvSpPr>
        <p:spPr>
          <a:xfrm xmlns:a="http://schemas.openxmlformats.org/drawingml/2006/main">
            <a:off x="609600" y="57150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讨论：本案未认定侵权，团队还能采取哪些合理措施减少误信？</a:t>
            </a:r>
          </a:p>
        </p:txBody>
      </p:sp>
    </p:spTree>
    <p:extLst>
      <p:ext uri="{BB962C8B-B14F-4D97-AF65-F5344CB8AC3E}">
        <p14:creationId xmlns:p14="http://schemas.microsoft.com/office/powerpoint/2010/main" val="144974849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9522F7BB-3E23-4B8A-AC3E-2608DFCA776F}"/>
              </a:ext>
            </a:extLst>
          </p:cNvPr>
          <p:cNvPicPr>
            <a:picLocks xmlns:a="http://schemas.openxmlformats.org/drawingml/2006/main" noChangeAspect="1"/>
          </p:cNvPicPr>
          <p:nvPr/>
        </p:nvPicPr>
        <p:blipFill>
          <a:blip xmlns:r="http://schemas.openxmlformats.org/officeDocument/2006/relationships" xmlns:a="http://schemas.openxmlformats.org/drawingml/2006/main" r:embed="R7785a2d2bca64f40"/>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AA04EFC8-8CC2-429C-9E14-236F1F394C73}"/>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0A597248-DF0A-4D66-AABB-A03958D96060}"/>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第二讲</a:t>
            </a:r>
          </a:p>
        </p:txBody>
      </p:sp>
      <p:sp>
        <p:nvSpPr>
          <p:cNvPr id="4" name="slide-title">
            <a:extLst xmlns:a="http://schemas.openxmlformats.org/drawingml/2006/main">
              <a:ext uri="{FF2B5EF4-FFF2-40B4-BE49-F238E27FC236}">
                <a16:creationId xmlns:a16="http://schemas.microsoft.com/office/drawing/2014/main" id="{5482222C-702C-484E-A54A-A9B49FE91F1E}"/>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可持续发展：AI算力项目选址</a:t>
            </a:r>
          </a:p>
        </p:txBody>
      </p:sp>
      <p:sp>
        <p:nvSpPr>
          <p:cNvPr id="5" name="footer">
            <a:extLst xmlns:a="http://schemas.openxmlformats.org/drawingml/2006/main">
              <a:ext uri="{FF2B5EF4-FFF2-40B4-BE49-F238E27FC236}">
                <a16:creationId xmlns:a16="http://schemas.microsoft.com/office/drawing/2014/main" id="{479F5778-BE04-4E9F-87C5-7E1D71410BE7}"/>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E77A16B2-EA04-4516-90C4-44025AD26A84}"/>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18 / 22</a:t>
            </a:r>
          </a:p>
        </p:txBody>
      </p:sp>
      <p:sp>
        <p:nvSpPr>
          <p:cNvPr id="7" name="source-line">
            <a:extLst xmlns:a="http://schemas.openxmlformats.org/drawingml/2006/main">
              <a:ext uri="{FF2B5EF4-FFF2-40B4-BE49-F238E27FC236}">
                <a16:creationId xmlns:a16="http://schemas.microsoft.com/office/drawing/2014/main" id="{88AD1641-F6F6-44BC-BB68-F5578E2BA15B}"/>
              </a:ext>
            </a:extLst>
          </p:cNvPr>
          <p:cNvSpPr>
            <a:spLocks xmlns:a="http://schemas.openxmlformats.org/drawingml/2006/main" noGrp="1"/>
          </p:cNvSpPr>
          <p:nvPr/>
        </p:nvSpPr>
        <p:spPr>
          <a:xfrm xmlns:a="http://schemas.openxmlformats.org/drawingml/2006/main">
            <a:off x="609600" y="6143625"/>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教学情境，不指向具体项目；教材5.3.1可持续发展</a:t>
            </a:r>
          </a:p>
        </p:txBody>
      </p:sp>
      <p:sp>
        <p:nvSpPr>
          <p:cNvPr id="8" name="text-6">
            <a:extLst xmlns:a="http://schemas.openxmlformats.org/drawingml/2006/main">
              <a:ext uri="{FF2B5EF4-FFF2-40B4-BE49-F238E27FC236}">
                <a16:creationId xmlns:a16="http://schemas.microsoft.com/office/drawing/2014/main" id="{ACEDE1D9-86D5-4576-AC89-707CB45337C3}"/>
              </a:ext>
            </a:extLst>
          </p:cNvPr>
          <p:cNvSpPr>
            <a:spLocks xmlns:a="http://schemas.openxmlformats.org/drawingml/2006/main" noGrp="1"/>
          </p:cNvSpPr>
          <p:nvPr/>
        </p:nvSpPr>
        <p:spPr>
          <a:xfrm xmlns:a="http://schemas.openxmlformats.org/drawingml/2006/main">
            <a:off x="609600" y="215265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课堂假设</a:t>
            </a:r>
          </a:p>
        </p:txBody>
      </p:sp>
      <p:sp>
        <p:nvSpPr>
          <p:cNvPr id="9" name="text-7">
            <a:extLst xmlns:a="http://schemas.openxmlformats.org/drawingml/2006/main">
              <a:ext uri="{FF2B5EF4-FFF2-40B4-BE49-F238E27FC236}">
                <a16:creationId xmlns:a16="http://schemas.microsoft.com/office/drawing/2014/main" id="{4DC11E01-3140-4761-BA17-77DC1693FDCD}"/>
              </a:ext>
            </a:extLst>
          </p:cNvPr>
          <p:cNvSpPr>
            <a:spLocks xmlns:a="http://schemas.openxmlformats.org/drawingml/2006/main" noGrp="1"/>
          </p:cNvSpPr>
          <p:nvPr/>
        </p:nvSpPr>
        <p:spPr>
          <a:xfrm xmlns:a="http://schemas.openxmlformats.org/drawingml/2006/main">
            <a:off x="6400800" y="215265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小组审查任务</a:t>
            </a:r>
          </a:p>
        </p:txBody>
      </p:sp>
      <p:sp>
        <p:nvSpPr>
          <p:cNvPr id="10" name="text-8">
            <a:extLst xmlns:a="http://schemas.openxmlformats.org/drawingml/2006/main">
              <a:ext uri="{FF2B5EF4-FFF2-40B4-BE49-F238E27FC236}">
                <a16:creationId xmlns:a16="http://schemas.microsoft.com/office/drawing/2014/main" id="{40A810CF-B7C1-450F-86F6-1791427D130F}"/>
              </a:ext>
            </a:extLst>
          </p:cNvPr>
          <p:cNvSpPr>
            <a:spLocks xmlns:a="http://schemas.openxmlformats.org/drawingml/2006/main" noGrp="1"/>
          </p:cNvSpPr>
          <p:nvPr/>
        </p:nvSpPr>
        <p:spPr>
          <a:xfrm xmlns:a="http://schemas.openxmlformats.org/drawingml/2006/main">
            <a:off x="609600" y="27813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某地拟引入数据中心，增加投资与就业</a:t>
            </a:r>
          </a:p>
        </p:txBody>
      </p:sp>
      <p:sp>
        <p:nvSpPr>
          <p:cNvPr id="11" name="text-9">
            <a:extLst xmlns:a="http://schemas.openxmlformats.org/drawingml/2006/main">
              <a:ext uri="{FF2B5EF4-FFF2-40B4-BE49-F238E27FC236}">
                <a16:creationId xmlns:a16="http://schemas.microsoft.com/office/drawing/2014/main" id="{E8495D68-6352-4078-960F-2FCB38659C54}"/>
              </a:ext>
            </a:extLst>
          </p:cNvPr>
          <p:cNvSpPr>
            <a:spLocks xmlns:a="http://schemas.openxmlformats.org/drawingml/2006/main" noGrp="1"/>
          </p:cNvSpPr>
          <p:nvPr/>
        </p:nvSpPr>
        <p:spPr>
          <a:xfrm xmlns:a="http://schemas.openxmlformats.org/drawingml/2006/main">
            <a:off x="609600" y="34290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项目同时增加用电、用水和基础设施需求</a:t>
            </a:r>
          </a:p>
        </p:txBody>
      </p:sp>
      <p:sp>
        <p:nvSpPr>
          <p:cNvPr id="12" name="text-10">
            <a:extLst xmlns:a="http://schemas.openxmlformats.org/drawingml/2006/main">
              <a:ext uri="{FF2B5EF4-FFF2-40B4-BE49-F238E27FC236}">
                <a16:creationId xmlns:a16="http://schemas.microsoft.com/office/drawing/2014/main" id="{F457F991-C45B-4021-9E5A-8BC634CF852D}"/>
              </a:ext>
            </a:extLst>
          </p:cNvPr>
          <p:cNvSpPr>
            <a:spLocks xmlns:a="http://schemas.openxmlformats.org/drawingml/2006/main" noGrp="1"/>
          </p:cNvSpPr>
          <p:nvPr/>
        </p:nvSpPr>
        <p:spPr>
          <a:xfrm xmlns:a="http://schemas.openxmlformats.org/drawingml/2006/main">
            <a:off x="609600" y="40767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居民关注资源分配与生活环境</a:t>
            </a:r>
          </a:p>
        </p:txBody>
      </p:sp>
      <p:sp>
        <p:nvSpPr>
          <p:cNvPr id="13" name="text-11">
            <a:extLst xmlns:a="http://schemas.openxmlformats.org/drawingml/2006/main">
              <a:ext uri="{FF2B5EF4-FFF2-40B4-BE49-F238E27FC236}">
                <a16:creationId xmlns:a16="http://schemas.microsoft.com/office/drawing/2014/main" id="{4B08A7E0-A1E1-47B6-BB7E-F3DCD568A816}"/>
              </a:ext>
            </a:extLst>
          </p:cNvPr>
          <p:cNvSpPr>
            <a:spLocks xmlns:a="http://schemas.openxmlformats.org/drawingml/2006/main" noGrp="1"/>
          </p:cNvSpPr>
          <p:nvPr/>
        </p:nvSpPr>
        <p:spPr>
          <a:xfrm xmlns:a="http://schemas.openxmlformats.org/drawingml/2006/main">
            <a:off x="609600" y="47244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不同选址和技术方案的影响尚待评估</a:t>
            </a:r>
          </a:p>
        </p:txBody>
      </p:sp>
      <p:sp>
        <p:nvSpPr>
          <p:cNvPr id="14" name="text-12">
            <a:extLst xmlns:a="http://schemas.openxmlformats.org/drawingml/2006/main">
              <a:ext uri="{FF2B5EF4-FFF2-40B4-BE49-F238E27FC236}">
                <a16:creationId xmlns:a16="http://schemas.microsoft.com/office/drawing/2014/main" id="{0FE318D4-900C-414B-B841-D8D84485F1ED}"/>
              </a:ext>
            </a:extLst>
          </p:cNvPr>
          <p:cNvSpPr>
            <a:spLocks xmlns:a="http://schemas.openxmlformats.org/drawingml/2006/main" noGrp="1"/>
          </p:cNvSpPr>
          <p:nvPr/>
        </p:nvSpPr>
        <p:spPr>
          <a:xfrm xmlns:a="http://schemas.openxmlformats.org/drawingml/2006/main">
            <a:off x="6400800" y="27813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还需哪些能耗、水耗与环境资料？</a:t>
            </a:r>
          </a:p>
        </p:txBody>
      </p:sp>
      <p:sp>
        <p:nvSpPr>
          <p:cNvPr id="15" name="text-13">
            <a:extLst xmlns:a="http://schemas.openxmlformats.org/drawingml/2006/main">
              <a:ext uri="{FF2B5EF4-FFF2-40B4-BE49-F238E27FC236}">
                <a16:creationId xmlns:a16="http://schemas.microsoft.com/office/drawing/2014/main" id="{F5BE0950-2DDB-4807-9BFA-C17DE7F13678}"/>
              </a:ext>
            </a:extLst>
          </p:cNvPr>
          <p:cNvSpPr>
            <a:spLocks xmlns:a="http://schemas.openxmlformats.org/drawingml/2006/main" noGrp="1"/>
          </p:cNvSpPr>
          <p:nvPr/>
        </p:nvSpPr>
        <p:spPr>
          <a:xfrm xmlns:a="http://schemas.openxmlformats.org/drawingml/2006/main">
            <a:off x="6400800" y="34290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收益由谁获得，成本由谁承担？</a:t>
            </a:r>
          </a:p>
        </p:txBody>
      </p:sp>
      <p:sp>
        <p:nvSpPr>
          <p:cNvPr id="16" name="text-14">
            <a:extLst xmlns:a="http://schemas.openxmlformats.org/drawingml/2006/main">
              <a:ext uri="{FF2B5EF4-FFF2-40B4-BE49-F238E27FC236}">
                <a16:creationId xmlns:a16="http://schemas.microsoft.com/office/drawing/2014/main" id="{74FDF1B7-BFB5-4706-944F-FA722F36E89C}"/>
              </a:ext>
            </a:extLst>
          </p:cNvPr>
          <p:cNvSpPr>
            <a:spLocks xmlns:a="http://schemas.openxmlformats.org/drawingml/2006/main" noGrp="1"/>
          </p:cNvSpPr>
          <p:nvPr/>
        </p:nvSpPr>
        <p:spPr>
          <a:xfrm xmlns:a="http://schemas.openxmlformats.org/drawingml/2006/main">
            <a:off x="6400800" y="40767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如何考虑长期影响和后代利益？</a:t>
            </a:r>
          </a:p>
        </p:txBody>
      </p:sp>
      <p:sp>
        <p:nvSpPr>
          <p:cNvPr id="17" name="text-15">
            <a:extLst xmlns:a="http://schemas.openxmlformats.org/drawingml/2006/main">
              <a:ext uri="{FF2B5EF4-FFF2-40B4-BE49-F238E27FC236}">
                <a16:creationId xmlns:a16="http://schemas.microsoft.com/office/drawing/2014/main" id="{72B48EAF-DC5F-4609-A56D-66541F446D10}"/>
              </a:ext>
            </a:extLst>
          </p:cNvPr>
          <p:cNvSpPr>
            <a:spLocks xmlns:a="http://schemas.openxmlformats.org/drawingml/2006/main" noGrp="1"/>
          </p:cNvSpPr>
          <p:nvPr/>
        </p:nvSpPr>
        <p:spPr>
          <a:xfrm xmlns:a="http://schemas.openxmlformats.org/drawingml/2006/main">
            <a:off x="6400800" y="4724400"/>
            <a:ext cx="5191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有哪些选址、节能与监测替代方案？</a:t>
            </a:r>
          </a:p>
        </p:txBody>
      </p:sp>
      <p:sp>
        <p:nvSpPr>
          <p:cNvPr id="18" name="takeaway">
            <a:extLst xmlns:a="http://schemas.openxmlformats.org/drawingml/2006/main">
              <a:ext uri="{FF2B5EF4-FFF2-40B4-BE49-F238E27FC236}">
                <a16:creationId xmlns:a16="http://schemas.microsoft.com/office/drawing/2014/main" id="{FB30675A-C2FF-40CA-84C2-C961E1AE1BFF}"/>
              </a:ext>
            </a:extLst>
          </p:cNvPr>
          <p:cNvSpPr>
            <a:spLocks xmlns:a="http://schemas.openxmlformats.org/drawingml/2006/main" noGrp="1"/>
          </p:cNvSpPr>
          <p:nvPr/>
        </p:nvSpPr>
        <p:spPr>
          <a:xfrm xmlns:a="http://schemas.openxmlformats.org/drawingml/2006/main">
            <a:off x="609600" y="57150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提出一项有条件的建议，并列出支持建议所需的证据。</a:t>
            </a:r>
          </a:p>
        </p:txBody>
      </p:sp>
    </p:spTree>
    <p:extLst>
      <p:ext uri="{BB962C8B-B14F-4D97-AF65-F5344CB8AC3E}">
        <p14:creationId xmlns:p14="http://schemas.microsoft.com/office/powerpoint/2010/main" val="10671929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2EEFDE76-648F-4666-B2FB-AE8809DC12C4}"/>
              </a:ext>
            </a:extLst>
          </p:cNvPr>
          <p:cNvPicPr>
            <a:picLocks xmlns:a="http://schemas.openxmlformats.org/drawingml/2006/main" noChangeAspect="1"/>
          </p:cNvPicPr>
          <p:nvPr/>
        </p:nvPicPr>
        <p:blipFill>
          <a:blip xmlns:r="http://schemas.openxmlformats.org/officeDocument/2006/relationships" xmlns:a="http://schemas.openxmlformats.org/drawingml/2006/main" r:embed="R1920d16c118b4068"/>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7F969DBA-5178-4B65-85EB-BCC6D273AEAB}"/>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35B7A996-72F9-4966-AB89-06AA79DAE513}"/>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第二讲</a:t>
            </a:r>
          </a:p>
        </p:txBody>
      </p:sp>
      <p:sp>
        <p:nvSpPr>
          <p:cNvPr id="4" name="slide-title">
            <a:extLst xmlns:a="http://schemas.openxmlformats.org/drawingml/2006/main">
              <a:ext uri="{FF2B5EF4-FFF2-40B4-BE49-F238E27FC236}">
                <a16:creationId xmlns:a16="http://schemas.microsoft.com/office/drawing/2014/main" id="{3371127C-8515-432C-BB6A-97DB66A42AA9}"/>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忠诚与举报：报告何时应当升级</a:t>
            </a:r>
          </a:p>
        </p:txBody>
      </p:sp>
      <p:sp>
        <p:nvSpPr>
          <p:cNvPr id="5" name="footer">
            <a:extLst xmlns:a="http://schemas.openxmlformats.org/drawingml/2006/main">
              <a:ext uri="{FF2B5EF4-FFF2-40B4-BE49-F238E27FC236}">
                <a16:creationId xmlns:a16="http://schemas.microsoft.com/office/drawing/2014/main" id="{3826C36E-40F8-42DE-ABCF-6BD7451848A9}"/>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C6D57D10-9294-48F7-B78A-24AABDAC0E3A}"/>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19 / 22</a:t>
            </a:r>
          </a:p>
        </p:txBody>
      </p:sp>
      <p:sp>
        <p:nvSpPr>
          <p:cNvPr id="7" name="source-line">
            <a:extLst xmlns:a="http://schemas.openxmlformats.org/drawingml/2006/main">
              <a:ext uri="{FF2B5EF4-FFF2-40B4-BE49-F238E27FC236}">
                <a16:creationId xmlns:a16="http://schemas.microsoft.com/office/drawing/2014/main" id="{B77312EE-A139-4D6C-B3A3-AC9D9FF742D9}"/>
              </a:ext>
            </a:extLst>
          </p:cNvPr>
          <p:cNvSpPr>
            <a:spLocks xmlns:a="http://schemas.openxmlformats.org/drawingml/2006/main" noGrp="1"/>
          </p:cNvSpPr>
          <p:nvPr/>
        </p:nvSpPr>
        <p:spPr>
          <a:xfrm xmlns:a="http://schemas.openxmlformats.org/drawingml/2006/main">
            <a:off x="609600" y="6143625"/>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教材5.3.1忠诚与举报；紧急危险不能等待常规程序耗尽</a:t>
            </a:r>
          </a:p>
        </p:txBody>
      </p:sp>
      <p:sp>
        <p:nvSpPr>
          <p:cNvPr id="8" name="text-6">
            <a:extLst xmlns:a="http://schemas.openxmlformats.org/drawingml/2006/main">
              <a:ext uri="{FF2B5EF4-FFF2-40B4-BE49-F238E27FC236}">
                <a16:creationId xmlns:a16="http://schemas.microsoft.com/office/drawing/2014/main" id="{AB3ECFC6-ABF4-4388-9A52-DBC9BEFAFEC7}"/>
              </a:ext>
            </a:extLst>
          </p:cNvPr>
          <p:cNvSpPr>
            <a:spLocks xmlns:a="http://schemas.openxmlformats.org/drawingml/2006/main" noGrp="1"/>
          </p:cNvSpPr>
          <p:nvPr/>
        </p:nvSpPr>
        <p:spPr>
          <a:xfrm xmlns:a="http://schemas.openxmlformats.org/drawingml/2006/main">
            <a:off x="609600" y="2066925"/>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43B"/>
                </a:solidFill>
                <a:latin typeface="Microsoft YaHei"/>
                <a:ea typeface="Microsoft YaHei"/>
                <a:cs typeface="Microsoft YaHei"/>
              </a:defRPr>
            </a:defPPr>
          </a:lstStyle>
          <a:p xmlns:a="http://schemas.openxmlformats.org/drawingml/2006/main">
            <a:pPr algn="l">
              <a:defRPr sz="2025" b="0">
                <a:solidFill>
                  <a:srgbClr val="17243B"/>
                </a:solidFill>
                <a:latin typeface="Microsoft YaHei"/>
                <a:ea typeface="Microsoft YaHei"/>
                <a:cs typeface="Microsoft YaHei"/>
              </a:defRPr>
            </a:pPr>
            <a:r>
              <a:rPr sz="2025" b="0">
                <a:solidFill>
                  <a:srgbClr val="17243B"/>
                </a:solidFill>
                <a:latin typeface="Microsoft YaHei"/>
                <a:ea typeface="Microsoft YaHei"/>
                <a:cs typeface="Microsoft YaHei"/>
              </a:rPr>
              <a:t>课堂假设：测试发现重大安全隐患。内部报告后，</a:t>
            </a:r>
          </a:p>
          <a:p xmlns:a="http://schemas.openxmlformats.org/drawingml/2006/main">
            <a:pPr algn="l">
              <a:defRPr sz="2025" b="0">
                <a:solidFill>
                  <a:srgbClr val="17243B"/>
                </a:solidFill>
                <a:latin typeface="Microsoft YaHei"/>
                <a:ea typeface="Microsoft YaHei"/>
                <a:cs typeface="Microsoft YaHei"/>
              </a:defRPr>
            </a:pPr>
            <a:r>
              <a:rPr sz="2025" b="0">
                <a:solidFill>
                  <a:srgbClr val="17243B"/>
                </a:solidFill>
                <a:latin typeface="Microsoft YaHei"/>
                <a:ea typeface="Microsoft YaHei"/>
                <a:cs typeface="Microsoft YaHei"/>
              </a:rPr>
              <a:t>负责人要求先上线并暂缓记录。你应如何行动？</a:t>
            </a:r>
          </a:p>
        </p:txBody>
      </p:sp>
      <p:sp>
        <p:nvSpPr>
          <p:cNvPr id="9" name="text-7">
            <a:extLst xmlns:a="http://schemas.openxmlformats.org/drawingml/2006/main">
              <a:ext uri="{FF2B5EF4-FFF2-40B4-BE49-F238E27FC236}">
                <a16:creationId xmlns:a16="http://schemas.microsoft.com/office/drawing/2014/main" id="{71CE462E-36FF-4CFE-855D-D7CE77AEA1D5}"/>
              </a:ext>
            </a:extLst>
          </p:cNvPr>
          <p:cNvSpPr>
            <a:spLocks xmlns:a="http://schemas.openxmlformats.org/drawingml/2006/main" noGrp="1"/>
          </p:cNvSpPr>
          <p:nvPr/>
        </p:nvSpPr>
        <p:spPr>
          <a:xfrm xmlns:a="http://schemas.openxmlformats.org/drawingml/2006/main">
            <a:off x="609600" y="3381375"/>
            <a:ext cx="190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核实与留证</a:t>
            </a:r>
          </a:p>
        </p:txBody>
      </p:sp>
      <p:sp>
        <p:nvSpPr>
          <p:cNvPr id="10" name="text-8">
            <a:extLst xmlns:a="http://schemas.openxmlformats.org/drawingml/2006/main">
              <a:ext uri="{FF2B5EF4-FFF2-40B4-BE49-F238E27FC236}">
                <a16:creationId xmlns:a16="http://schemas.microsoft.com/office/drawing/2014/main" id="{29C908DF-8B97-4850-90F2-707B1242D37C}"/>
              </a:ext>
            </a:extLst>
          </p:cNvPr>
          <p:cNvSpPr>
            <a:spLocks xmlns:a="http://schemas.openxmlformats.org/drawingml/2006/main" noGrp="1"/>
          </p:cNvSpPr>
          <p:nvPr/>
        </p:nvSpPr>
        <p:spPr>
          <a:xfrm xmlns:a="http://schemas.openxmlformats.org/drawingml/2006/main">
            <a:off x="2752725" y="3381375"/>
            <a:ext cx="8696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43B"/>
                </a:solidFill>
                <a:latin typeface="Microsoft YaHei"/>
                <a:ea typeface="Microsoft YaHei"/>
                <a:cs typeface="Microsoft YaHei"/>
              </a:defRPr>
            </a:defPPr>
          </a:lstStyle>
          <a:p xmlns:a="http://schemas.openxmlformats.org/drawingml/2006/main">
            <a:pPr algn="l">
              <a:defRPr sz="1800" b="0">
                <a:solidFill>
                  <a:srgbClr val="17243B"/>
                </a:solidFill>
                <a:latin typeface="Microsoft YaHei"/>
                <a:ea typeface="Microsoft YaHei"/>
                <a:cs typeface="Microsoft YaHei"/>
              </a:defRPr>
            </a:pPr>
            <a:r>
              <a:rPr sz="1800" b="0">
                <a:solidFill>
                  <a:srgbClr val="17243B"/>
                </a:solidFill>
                <a:latin typeface="Microsoft YaHei"/>
                <a:ea typeface="Microsoft YaHei"/>
                <a:cs typeface="Microsoft YaHei"/>
              </a:rPr>
              <a:t>确认事实、影响范围和风险紧迫程度</a:t>
            </a:r>
          </a:p>
        </p:txBody>
      </p:sp>
      <p:sp>
        <p:nvSpPr>
          <p:cNvPr id="11" name="text-9">
            <a:extLst xmlns:a="http://schemas.openxmlformats.org/drawingml/2006/main">
              <a:ext uri="{FF2B5EF4-FFF2-40B4-BE49-F238E27FC236}">
                <a16:creationId xmlns:a16="http://schemas.microsoft.com/office/drawing/2014/main" id="{74FA8DFE-6AAA-4E5B-AAD3-4D39C4A4EC3B}"/>
              </a:ext>
            </a:extLst>
          </p:cNvPr>
          <p:cNvSpPr>
            <a:spLocks xmlns:a="http://schemas.openxmlformats.org/drawingml/2006/main" noGrp="1"/>
          </p:cNvSpPr>
          <p:nvPr/>
        </p:nvSpPr>
        <p:spPr>
          <a:xfrm xmlns:a="http://schemas.openxmlformats.org/drawingml/2006/main">
            <a:off x="609600" y="3943350"/>
            <a:ext cx="190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通常渠道</a:t>
            </a:r>
          </a:p>
        </p:txBody>
      </p:sp>
      <p:sp>
        <p:nvSpPr>
          <p:cNvPr id="12" name="text-10">
            <a:extLst xmlns:a="http://schemas.openxmlformats.org/drawingml/2006/main">
              <a:ext uri="{FF2B5EF4-FFF2-40B4-BE49-F238E27FC236}">
                <a16:creationId xmlns:a16="http://schemas.microsoft.com/office/drawing/2014/main" id="{107284DB-42BE-4315-A22A-F250137F3324}"/>
              </a:ext>
            </a:extLst>
          </p:cNvPr>
          <p:cNvSpPr>
            <a:spLocks xmlns:a="http://schemas.openxmlformats.org/drawingml/2006/main" noGrp="1"/>
          </p:cNvSpPr>
          <p:nvPr/>
        </p:nvSpPr>
        <p:spPr>
          <a:xfrm xmlns:a="http://schemas.openxmlformats.org/drawingml/2006/main">
            <a:off x="2752725" y="3943350"/>
            <a:ext cx="8696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43B"/>
                </a:solidFill>
                <a:latin typeface="Microsoft YaHei"/>
                <a:ea typeface="Microsoft YaHei"/>
                <a:cs typeface="Microsoft YaHei"/>
              </a:defRPr>
            </a:defPPr>
          </a:lstStyle>
          <a:p xmlns:a="http://schemas.openxmlformats.org/drawingml/2006/main">
            <a:pPr algn="l">
              <a:defRPr sz="1800" b="0">
                <a:solidFill>
                  <a:srgbClr val="17243B"/>
                </a:solidFill>
                <a:latin typeface="Microsoft YaHei"/>
                <a:ea typeface="Microsoft YaHei"/>
                <a:cs typeface="Microsoft YaHei"/>
              </a:defRPr>
            </a:pPr>
            <a:r>
              <a:rPr sz="1800" b="0">
                <a:solidFill>
                  <a:srgbClr val="17243B"/>
                </a:solidFill>
                <a:latin typeface="Microsoft YaHei"/>
                <a:ea typeface="Microsoft YaHei"/>
                <a:cs typeface="Microsoft YaHei"/>
              </a:rPr>
              <a:t>用准确记录报告问题，寻求内部复核与专业意见</a:t>
            </a:r>
          </a:p>
        </p:txBody>
      </p:sp>
      <p:sp>
        <p:nvSpPr>
          <p:cNvPr id="13" name="text-11">
            <a:extLst xmlns:a="http://schemas.openxmlformats.org/drawingml/2006/main">
              <a:ext uri="{FF2B5EF4-FFF2-40B4-BE49-F238E27FC236}">
                <a16:creationId xmlns:a16="http://schemas.microsoft.com/office/drawing/2014/main" id="{F2606620-FDD8-42D6-A147-7E920DB9621C}"/>
              </a:ext>
            </a:extLst>
          </p:cNvPr>
          <p:cNvSpPr>
            <a:spLocks xmlns:a="http://schemas.openxmlformats.org/drawingml/2006/main" noGrp="1"/>
          </p:cNvSpPr>
          <p:nvPr/>
        </p:nvSpPr>
        <p:spPr>
          <a:xfrm xmlns:a="http://schemas.openxmlformats.org/drawingml/2006/main">
            <a:off x="609600" y="4505325"/>
            <a:ext cx="190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升级与防护</a:t>
            </a:r>
          </a:p>
        </p:txBody>
      </p:sp>
      <p:sp>
        <p:nvSpPr>
          <p:cNvPr id="14" name="text-12">
            <a:extLst xmlns:a="http://schemas.openxmlformats.org/drawingml/2006/main">
              <a:ext uri="{FF2B5EF4-FFF2-40B4-BE49-F238E27FC236}">
                <a16:creationId xmlns:a16="http://schemas.microsoft.com/office/drawing/2014/main" id="{B8E26C33-3F2A-4B73-98FB-37C745EF3F38}"/>
              </a:ext>
            </a:extLst>
          </p:cNvPr>
          <p:cNvSpPr>
            <a:spLocks xmlns:a="http://schemas.openxmlformats.org/drawingml/2006/main" noGrp="1"/>
          </p:cNvSpPr>
          <p:nvPr/>
        </p:nvSpPr>
        <p:spPr>
          <a:xfrm xmlns:a="http://schemas.openxmlformats.org/drawingml/2006/main">
            <a:off x="2752725" y="4505325"/>
            <a:ext cx="8696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43B"/>
                </a:solidFill>
                <a:latin typeface="Microsoft YaHei"/>
                <a:ea typeface="Microsoft YaHei"/>
                <a:cs typeface="Microsoft YaHei"/>
              </a:defRPr>
            </a:defPPr>
          </a:lstStyle>
          <a:p xmlns:a="http://schemas.openxmlformats.org/drawingml/2006/main">
            <a:pPr algn="l">
              <a:defRPr sz="1800" b="0">
                <a:solidFill>
                  <a:srgbClr val="17243B"/>
                </a:solidFill>
                <a:latin typeface="Microsoft YaHei"/>
                <a:ea typeface="Microsoft YaHei"/>
                <a:cs typeface="Microsoft YaHei"/>
              </a:defRPr>
            </a:pPr>
            <a:r>
              <a:rPr sz="1800" b="0">
                <a:solidFill>
                  <a:srgbClr val="17243B"/>
                </a:solidFill>
                <a:latin typeface="Microsoft YaHei"/>
                <a:ea typeface="Microsoft YaHei"/>
                <a:cs typeface="Microsoft YaHei"/>
              </a:rPr>
              <a:t>内部处置无效或危险紧迫时，选择适当升级渠道</a:t>
            </a:r>
          </a:p>
        </p:txBody>
      </p:sp>
      <p:sp>
        <p:nvSpPr>
          <p:cNvPr id="15" name="text-13">
            <a:extLst xmlns:a="http://schemas.openxmlformats.org/drawingml/2006/main">
              <a:ext uri="{FF2B5EF4-FFF2-40B4-BE49-F238E27FC236}">
                <a16:creationId xmlns:a16="http://schemas.microsoft.com/office/drawing/2014/main" id="{8C0D0C5E-D7D4-4C76-98B6-E89E0FAD557E}"/>
              </a:ext>
            </a:extLst>
          </p:cNvPr>
          <p:cNvSpPr>
            <a:spLocks xmlns:a="http://schemas.openxmlformats.org/drawingml/2006/main" noGrp="1"/>
          </p:cNvSpPr>
          <p:nvPr/>
        </p:nvSpPr>
        <p:spPr>
          <a:xfrm xmlns:a="http://schemas.openxmlformats.org/drawingml/2006/main">
            <a:off x="609600" y="5067300"/>
            <a:ext cx="1905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保密边界</a:t>
            </a:r>
          </a:p>
        </p:txBody>
      </p:sp>
      <p:sp>
        <p:nvSpPr>
          <p:cNvPr id="16" name="text-14">
            <a:extLst xmlns:a="http://schemas.openxmlformats.org/drawingml/2006/main">
              <a:ext uri="{FF2B5EF4-FFF2-40B4-BE49-F238E27FC236}">
                <a16:creationId xmlns:a16="http://schemas.microsoft.com/office/drawing/2014/main" id="{7B0501AD-CE23-4FB7-B667-99E52349AD7A}"/>
              </a:ext>
            </a:extLst>
          </p:cNvPr>
          <p:cNvSpPr>
            <a:spLocks xmlns:a="http://schemas.openxmlformats.org/drawingml/2006/main" noGrp="1"/>
          </p:cNvSpPr>
          <p:nvPr/>
        </p:nvSpPr>
        <p:spPr>
          <a:xfrm xmlns:a="http://schemas.openxmlformats.org/drawingml/2006/main">
            <a:off x="2752725" y="5067300"/>
            <a:ext cx="86963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43B"/>
                </a:solidFill>
                <a:latin typeface="Microsoft YaHei"/>
                <a:ea typeface="Microsoft YaHei"/>
                <a:cs typeface="Microsoft YaHei"/>
              </a:defRPr>
            </a:defPPr>
          </a:lstStyle>
          <a:p xmlns:a="http://schemas.openxmlformats.org/drawingml/2006/main">
            <a:pPr algn="l">
              <a:defRPr sz="1800" b="0">
                <a:solidFill>
                  <a:srgbClr val="17243B"/>
                </a:solidFill>
                <a:latin typeface="Microsoft YaHei"/>
                <a:ea typeface="Microsoft YaHei"/>
                <a:cs typeface="Microsoft YaHei"/>
              </a:defRPr>
            </a:pPr>
            <a:r>
              <a:rPr sz="1800" b="0">
                <a:solidFill>
                  <a:srgbClr val="17243B"/>
                </a:solidFill>
                <a:latin typeface="Microsoft YaHei"/>
                <a:ea typeface="Microsoft YaHei"/>
                <a:cs typeface="Microsoft YaHei"/>
              </a:rPr>
              <a:t>围绕必要风险信息报告，避免无关秘密的扩散</a:t>
            </a:r>
          </a:p>
        </p:txBody>
      </p:sp>
      <p:sp>
        <p:nvSpPr>
          <p:cNvPr id="17" name="takeaway">
            <a:extLst xmlns:a="http://schemas.openxmlformats.org/drawingml/2006/main">
              <a:ext uri="{FF2B5EF4-FFF2-40B4-BE49-F238E27FC236}">
                <a16:creationId xmlns:a16="http://schemas.microsoft.com/office/drawing/2014/main" id="{D91F1792-2A6D-4396-AD8E-8473ACBAED26}"/>
              </a:ext>
            </a:extLst>
          </p:cNvPr>
          <p:cNvSpPr>
            <a:spLocks xmlns:a="http://schemas.openxmlformats.org/drawingml/2006/main" noGrp="1"/>
          </p:cNvSpPr>
          <p:nvPr/>
        </p:nvSpPr>
        <p:spPr>
          <a:xfrm xmlns:a="http://schemas.openxmlformats.org/drawingml/2006/main">
            <a:off x="609600" y="575310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举报判断应同时考虑风险、证据、渠道与必要性。</a:t>
            </a:r>
          </a:p>
        </p:txBody>
      </p:sp>
    </p:spTree>
    <p:extLst>
      <p:ext uri="{BB962C8B-B14F-4D97-AF65-F5344CB8AC3E}">
        <p14:creationId xmlns:p14="http://schemas.microsoft.com/office/powerpoint/2010/main" val="18698925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0B7A4991-58B0-4A51-A493-3B5878D9964E}"/>
              </a:ext>
            </a:extLst>
          </p:cNvPr>
          <p:cNvPicPr>
            <a:picLocks xmlns:a="http://schemas.openxmlformats.org/drawingml/2006/main" noChangeAspect="1"/>
          </p:cNvPicPr>
          <p:nvPr/>
        </p:nvPicPr>
        <p:blipFill>
          <a:blip xmlns:r="http://schemas.openxmlformats.org/officeDocument/2006/relationships" xmlns:a="http://schemas.openxmlformats.org/drawingml/2006/main" r:embed="Raa1e13a12c7946b7"/>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794E71C9-A293-476D-B1E5-CF6F334DF66E}"/>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123079E3-DE3B-4305-B862-7754F6116AB8}"/>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第二讲</a:t>
            </a:r>
          </a:p>
        </p:txBody>
      </p:sp>
      <p:sp>
        <p:nvSpPr>
          <p:cNvPr id="4" name="slide-title">
            <a:extLst xmlns:a="http://schemas.openxmlformats.org/drawingml/2006/main">
              <a:ext uri="{FF2B5EF4-FFF2-40B4-BE49-F238E27FC236}">
                <a16:creationId xmlns:a16="http://schemas.microsoft.com/office/drawing/2014/main" id="{F98EAF3B-4F30-4AF4-B559-8FD092002F34}"/>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利益冲突与监理的独立判断</a:t>
            </a:r>
          </a:p>
        </p:txBody>
      </p:sp>
      <p:sp>
        <p:nvSpPr>
          <p:cNvPr id="5" name="footer">
            <a:extLst xmlns:a="http://schemas.openxmlformats.org/drawingml/2006/main">
              <a:ext uri="{FF2B5EF4-FFF2-40B4-BE49-F238E27FC236}">
                <a16:creationId xmlns:a16="http://schemas.microsoft.com/office/drawing/2014/main" id="{F047B904-B457-43A6-955B-48B8CDD42352}"/>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B6257543-9FA4-4139-82A5-CA9CB996DCEE}"/>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20 / 22</a:t>
            </a:r>
          </a:p>
        </p:txBody>
      </p:sp>
      <p:sp>
        <p:nvSpPr>
          <p:cNvPr id="7" name="source-line">
            <a:extLst xmlns:a="http://schemas.openxmlformats.org/drawingml/2006/main">
              <a:ext uri="{FF2B5EF4-FFF2-40B4-BE49-F238E27FC236}">
                <a16:creationId xmlns:a16="http://schemas.microsoft.com/office/drawing/2014/main" id="{9072E9A3-B365-40B7-9429-E5298928C824}"/>
              </a:ext>
            </a:extLst>
          </p:cNvPr>
          <p:cNvSpPr>
            <a:spLocks xmlns:a="http://schemas.openxmlformats.org/drawingml/2006/main" noGrp="1"/>
          </p:cNvSpPr>
          <p:nvPr/>
        </p:nvSpPr>
        <p:spPr>
          <a:xfrm xmlns:a="http://schemas.openxmlformats.org/drawingml/2006/main">
            <a:off x="609600" y="6143625"/>
            <a:ext cx="10620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事实：2026年1月官方通报；处理框架：教材第125页</a:t>
            </a:r>
          </a:p>
        </p:txBody>
      </p:sp>
      <p:sp>
        <p:nvSpPr>
          <p:cNvPr id="8" name="text-6">
            <a:extLst xmlns:a="http://schemas.openxmlformats.org/drawingml/2006/main">
              <a:ext uri="{FF2B5EF4-FFF2-40B4-BE49-F238E27FC236}">
                <a16:creationId xmlns:a16="http://schemas.microsoft.com/office/drawing/2014/main" id="{BED5825B-3510-4E00-8D1D-ABDBD0F5EB56}"/>
              </a:ext>
            </a:extLst>
          </p:cNvPr>
          <p:cNvSpPr>
            <a:spLocks xmlns:a="http://schemas.openxmlformats.org/drawingml/2006/main" noGrp="1"/>
          </p:cNvSpPr>
          <p:nvPr/>
        </p:nvSpPr>
        <p:spPr>
          <a:xfrm xmlns:a="http://schemas.openxmlformats.org/drawingml/2006/main">
            <a:off x="609600" y="2152650"/>
            <a:ext cx="108013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43B"/>
                </a:solidFill>
                <a:latin typeface="Microsoft YaHei"/>
                <a:ea typeface="Microsoft YaHei"/>
                <a:cs typeface="Microsoft YaHei"/>
              </a:defRPr>
            </a:defPPr>
          </a:lstStyle>
          <a:p xmlns:a="http://schemas.openxmlformats.org/drawingml/2006/main">
            <a:pPr algn="l">
              <a:defRPr sz="2175" b="0">
                <a:solidFill>
                  <a:srgbClr val="17243B"/>
                </a:solidFill>
                <a:latin typeface="Microsoft YaHei"/>
                <a:ea typeface="Microsoft YaHei"/>
                <a:cs typeface="Microsoft YaHei"/>
              </a:defRPr>
            </a:pPr>
            <a:r>
              <a:rPr sz="2175" b="0">
                <a:solidFill>
                  <a:srgbClr val="17243B"/>
                </a:solidFill>
                <a:latin typeface="Microsoft YaHei"/>
                <a:ea typeface="Microsoft YaHei"/>
                <a:cs typeface="Microsoft YaHei"/>
              </a:rPr>
              <a:t>永安项目通报确认部分监理人员接受施工企业宴请。</a:t>
            </a:r>
          </a:p>
        </p:txBody>
      </p:sp>
      <p:sp>
        <p:nvSpPr>
          <p:cNvPr id="9" name="text-7">
            <a:extLst xmlns:a="http://schemas.openxmlformats.org/drawingml/2006/main">
              <a:ext uri="{FF2B5EF4-FFF2-40B4-BE49-F238E27FC236}">
                <a16:creationId xmlns:a16="http://schemas.microsoft.com/office/drawing/2014/main" id="{3659FEEB-DB13-412C-8442-8532759B6878}"/>
              </a:ext>
            </a:extLst>
          </p:cNvPr>
          <p:cNvSpPr>
            <a:spLocks xmlns:a="http://schemas.openxmlformats.org/drawingml/2006/main" noGrp="1"/>
          </p:cNvSpPr>
          <p:nvPr/>
        </p:nvSpPr>
        <p:spPr>
          <a:xfrm xmlns:a="http://schemas.openxmlformats.org/drawingml/2006/main">
            <a:off x="609600" y="3257550"/>
            <a:ext cx="190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识别利益</a:t>
            </a:r>
          </a:p>
        </p:txBody>
      </p:sp>
      <p:sp>
        <p:nvSpPr>
          <p:cNvPr id="10" name="text-8">
            <a:extLst xmlns:a="http://schemas.openxmlformats.org/drawingml/2006/main">
              <a:ext uri="{FF2B5EF4-FFF2-40B4-BE49-F238E27FC236}">
                <a16:creationId xmlns:a16="http://schemas.microsoft.com/office/drawing/2014/main" id="{C8FC4548-FE06-4C3F-887C-C46209D6DB60}"/>
              </a:ext>
            </a:extLst>
          </p:cNvPr>
          <p:cNvSpPr>
            <a:spLocks xmlns:a="http://schemas.openxmlformats.org/drawingml/2006/main" noGrp="1"/>
          </p:cNvSpPr>
          <p:nvPr/>
        </p:nvSpPr>
        <p:spPr>
          <a:xfrm xmlns:a="http://schemas.openxmlformats.org/drawingml/2006/main">
            <a:off x="2752725" y="3257550"/>
            <a:ext cx="8696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哪些私人利益可能影响验收或评审？</a:t>
            </a:r>
          </a:p>
        </p:txBody>
      </p:sp>
      <p:sp>
        <p:nvSpPr>
          <p:cNvPr id="11" name="text-9">
            <a:extLst xmlns:a="http://schemas.openxmlformats.org/drawingml/2006/main">
              <a:ext uri="{FF2B5EF4-FFF2-40B4-BE49-F238E27FC236}">
                <a16:creationId xmlns:a16="http://schemas.microsoft.com/office/drawing/2014/main" id="{A76B1D72-7409-4D02-9D57-750A49976837}"/>
              </a:ext>
            </a:extLst>
          </p:cNvPr>
          <p:cNvSpPr>
            <a:spLocks xmlns:a="http://schemas.openxmlformats.org/drawingml/2006/main" noGrp="1"/>
          </p:cNvSpPr>
          <p:nvPr/>
        </p:nvSpPr>
        <p:spPr>
          <a:xfrm xmlns:a="http://schemas.openxmlformats.org/drawingml/2006/main">
            <a:off x="609600" y="4067175"/>
            <a:ext cx="190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处理冲突</a:t>
            </a:r>
          </a:p>
        </p:txBody>
      </p:sp>
      <p:sp>
        <p:nvSpPr>
          <p:cNvPr id="12" name="text-10">
            <a:extLst xmlns:a="http://schemas.openxmlformats.org/drawingml/2006/main">
              <a:ext uri="{FF2B5EF4-FFF2-40B4-BE49-F238E27FC236}">
                <a16:creationId xmlns:a16="http://schemas.microsoft.com/office/drawing/2014/main" id="{D0282E4F-E2BB-42B5-9784-21D56D934AAC}"/>
              </a:ext>
            </a:extLst>
          </p:cNvPr>
          <p:cNvSpPr>
            <a:spLocks xmlns:a="http://schemas.openxmlformats.org/drawingml/2006/main" noGrp="1"/>
          </p:cNvSpPr>
          <p:nvPr/>
        </p:nvSpPr>
        <p:spPr>
          <a:xfrm xmlns:a="http://schemas.openxmlformats.org/drawingml/2006/main">
            <a:off x="2752725" y="4067175"/>
            <a:ext cx="8696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拒绝、放弃利益、披露、不参与，必要时退出职务</a:t>
            </a:r>
          </a:p>
        </p:txBody>
      </p:sp>
      <p:sp>
        <p:nvSpPr>
          <p:cNvPr id="13" name="text-11">
            <a:extLst xmlns:a="http://schemas.openxmlformats.org/drawingml/2006/main">
              <a:ext uri="{FF2B5EF4-FFF2-40B4-BE49-F238E27FC236}">
                <a16:creationId xmlns:a16="http://schemas.microsoft.com/office/drawing/2014/main" id="{319E8609-11A3-4F3A-9E06-DFF1E9B553AB}"/>
              </a:ext>
            </a:extLst>
          </p:cNvPr>
          <p:cNvSpPr>
            <a:spLocks xmlns:a="http://schemas.openxmlformats.org/drawingml/2006/main" noGrp="1"/>
          </p:cNvSpPr>
          <p:nvPr/>
        </p:nvSpPr>
        <p:spPr>
          <a:xfrm xmlns:a="http://schemas.openxmlformats.org/drawingml/2006/main">
            <a:off x="609600" y="4876800"/>
            <a:ext cx="190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核验独立性</a:t>
            </a:r>
          </a:p>
        </p:txBody>
      </p:sp>
      <p:sp>
        <p:nvSpPr>
          <p:cNvPr id="14" name="text-12">
            <a:extLst xmlns:a="http://schemas.openxmlformats.org/drawingml/2006/main">
              <a:ext uri="{FF2B5EF4-FFF2-40B4-BE49-F238E27FC236}">
                <a16:creationId xmlns:a16="http://schemas.microsoft.com/office/drawing/2014/main" id="{78F80A75-E20D-408B-A934-8F10D1A7CD4A}"/>
              </a:ext>
            </a:extLst>
          </p:cNvPr>
          <p:cNvSpPr>
            <a:spLocks xmlns:a="http://schemas.openxmlformats.org/drawingml/2006/main" noGrp="1"/>
          </p:cNvSpPr>
          <p:nvPr/>
        </p:nvSpPr>
        <p:spPr>
          <a:xfrm xmlns:a="http://schemas.openxmlformats.org/drawingml/2006/main">
            <a:off x="2752725" y="4876800"/>
            <a:ext cx="8696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43B"/>
                </a:solidFill>
                <a:latin typeface="Microsoft YaHei"/>
                <a:ea typeface="Microsoft YaHei"/>
                <a:cs typeface="Microsoft YaHei"/>
              </a:defRPr>
            </a:defPPr>
          </a:lstStyle>
          <a:p xmlns:a="http://schemas.openxmlformats.org/drawingml/2006/main">
            <a:pPr algn="l">
              <a:defRPr sz="1875" b="0">
                <a:solidFill>
                  <a:srgbClr val="17243B"/>
                </a:solidFill>
                <a:latin typeface="Microsoft YaHei"/>
                <a:ea typeface="Microsoft YaHei"/>
                <a:cs typeface="Microsoft YaHei"/>
              </a:defRPr>
            </a:pPr>
            <a:r>
              <a:rPr sz="1875" b="0">
                <a:solidFill>
                  <a:srgbClr val="17243B"/>
                </a:solidFill>
                <a:latin typeface="Microsoft YaHei"/>
                <a:ea typeface="Microsoft YaHei"/>
                <a:cs typeface="Microsoft YaHei"/>
              </a:rPr>
              <a:t>由无相关利益的人员复核，并记录判断依据</a:t>
            </a:r>
          </a:p>
        </p:txBody>
      </p:sp>
      <p:sp>
        <p:nvSpPr>
          <p:cNvPr id="15" name="takeaway">
            <a:extLst xmlns:a="http://schemas.openxmlformats.org/drawingml/2006/main">
              <a:ext uri="{FF2B5EF4-FFF2-40B4-BE49-F238E27FC236}">
                <a16:creationId xmlns:a16="http://schemas.microsoft.com/office/drawing/2014/main" id="{A2A1F73B-47D6-4666-89C1-BD1253F25AE2}"/>
              </a:ext>
            </a:extLst>
          </p:cNvPr>
          <p:cNvSpPr>
            <a:spLocks xmlns:a="http://schemas.openxmlformats.org/drawingml/2006/main" noGrp="1"/>
          </p:cNvSpPr>
          <p:nvPr/>
        </p:nvSpPr>
        <p:spPr>
          <a:xfrm xmlns:a="http://schemas.openxmlformats.org/drawingml/2006/main">
            <a:off x="609600" y="581025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讨论：自认为判断客观，能否替代利益披露与回避？</a:t>
            </a:r>
          </a:p>
        </p:txBody>
      </p:sp>
    </p:spTree>
    <p:extLst>
      <p:ext uri="{BB962C8B-B14F-4D97-AF65-F5344CB8AC3E}">
        <p14:creationId xmlns:p14="http://schemas.microsoft.com/office/powerpoint/2010/main" val="205155266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32372CA0-2D0B-4C0B-938B-81F3D1E1C1ED}"/>
              </a:ext>
            </a:extLst>
          </p:cNvPr>
          <p:cNvPicPr>
            <a:picLocks xmlns:a="http://schemas.openxmlformats.org/drawingml/2006/main" noChangeAspect="1"/>
          </p:cNvPicPr>
          <p:nvPr/>
        </p:nvPicPr>
        <p:blipFill>
          <a:blip xmlns:r="http://schemas.openxmlformats.org/officeDocument/2006/relationships" xmlns:a="http://schemas.openxmlformats.org/drawingml/2006/main" r:embed="Rf7ad930d3d8347a1"/>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5BE333E9-4A9B-434C-A12E-6A7CEC7D8D93}"/>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CC3776CC-3F3E-4537-B63A-1C43EB3AEB25}"/>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第二讲</a:t>
            </a:r>
          </a:p>
        </p:txBody>
      </p:sp>
      <p:sp>
        <p:nvSpPr>
          <p:cNvPr id="4" name="slide-title">
            <a:extLst xmlns:a="http://schemas.openxmlformats.org/drawingml/2006/main">
              <a:ext uri="{FF2B5EF4-FFF2-40B4-BE49-F238E27FC236}">
                <a16:creationId xmlns:a16="http://schemas.microsoft.com/office/drawing/2014/main" id="{88AA5C13-E6E6-427F-A7E4-5C2490931C2F}"/>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伦理决策四问与替代方案</a:t>
            </a:r>
          </a:p>
        </p:txBody>
      </p:sp>
      <p:sp>
        <p:nvSpPr>
          <p:cNvPr id="5" name="footer">
            <a:extLst xmlns:a="http://schemas.openxmlformats.org/drawingml/2006/main">
              <a:ext uri="{FF2B5EF4-FFF2-40B4-BE49-F238E27FC236}">
                <a16:creationId xmlns:a16="http://schemas.microsoft.com/office/drawing/2014/main" id="{67174B68-1C0D-4F70-9E60-75012A39C004}"/>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3ABC6842-DD04-4427-B0A2-DAC18ABD7B71}"/>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21 / 22</a:t>
            </a:r>
          </a:p>
        </p:txBody>
      </p:sp>
      <p:sp>
        <p:nvSpPr>
          <p:cNvPr id="7" name="text-5">
            <a:extLst xmlns:a="http://schemas.openxmlformats.org/drawingml/2006/main">
              <a:ext uri="{FF2B5EF4-FFF2-40B4-BE49-F238E27FC236}">
                <a16:creationId xmlns:a16="http://schemas.microsoft.com/office/drawing/2014/main" id="{560A7C59-FCB3-4E7D-99E7-216361DB2DAE}"/>
              </a:ext>
            </a:extLst>
          </p:cNvPr>
          <p:cNvSpPr>
            <a:spLocks xmlns:a="http://schemas.openxmlformats.org/drawingml/2006/main" noGrp="1"/>
          </p:cNvSpPr>
          <p:nvPr/>
        </p:nvSpPr>
        <p:spPr>
          <a:xfrm xmlns:a="http://schemas.openxmlformats.org/drawingml/2006/main">
            <a:off x="609600" y="2114550"/>
            <a:ext cx="5200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AA0000"/>
                </a:solidFill>
                <a:latin typeface="Microsoft YaHei"/>
                <a:ea typeface="Microsoft YaHei"/>
                <a:cs typeface="Microsoft YaHei"/>
              </a:defRPr>
            </a:defPPr>
          </a:lstStyle>
          <a:p xmlns:a="http://schemas.openxmlformats.org/drawingml/2006/main">
            <a:pPr algn="l">
              <a:defRPr sz="2175" b="1">
                <a:solidFill>
                  <a:srgbClr val="AA0000"/>
                </a:solidFill>
                <a:latin typeface="Microsoft YaHei"/>
                <a:ea typeface="Microsoft YaHei"/>
                <a:cs typeface="Microsoft YaHei"/>
              </a:defRPr>
            </a:pPr>
            <a:r>
              <a:rPr sz="2175" b="1">
                <a:solidFill>
                  <a:srgbClr val="AA0000"/>
                </a:solidFill>
                <a:latin typeface="Microsoft YaHei"/>
                <a:ea typeface="Microsoft YaHei"/>
                <a:cs typeface="Microsoft YaHei"/>
              </a:rPr>
              <a:t>01 个人利益</a:t>
            </a:r>
          </a:p>
        </p:txBody>
      </p:sp>
      <p:sp>
        <p:nvSpPr>
          <p:cNvPr id="8" name="text-6">
            <a:extLst xmlns:a="http://schemas.openxmlformats.org/drawingml/2006/main">
              <a:ext uri="{FF2B5EF4-FFF2-40B4-BE49-F238E27FC236}">
                <a16:creationId xmlns:a16="http://schemas.microsoft.com/office/drawing/2014/main" id="{110439D5-4307-4C0A-9C19-5080E3BE8D07}"/>
              </a:ext>
            </a:extLst>
          </p:cNvPr>
          <p:cNvSpPr>
            <a:spLocks xmlns:a="http://schemas.openxmlformats.org/drawingml/2006/main" noGrp="1"/>
          </p:cNvSpPr>
          <p:nvPr/>
        </p:nvSpPr>
        <p:spPr>
          <a:xfrm xmlns:a="http://schemas.openxmlformats.org/drawingml/2006/main">
            <a:off x="609600" y="2724150"/>
            <a:ext cx="5200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43B"/>
                </a:solidFill>
                <a:latin typeface="Microsoft YaHei"/>
                <a:ea typeface="Microsoft YaHei"/>
                <a:cs typeface="Microsoft YaHei"/>
              </a:defRPr>
            </a:defPPr>
          </a:lstStyle>
          <a:p xmlns:a="http://schemas.openxmlformats.org/drawingml/2006/main">
            <a:pPr algn="l">
              <a:defRPr sz="1950" b="0">
                <a:solidFill>
                  <a:srgbClr val="17243B"/>
                </a:solidFill>
                <a:latin typeface="Microsoft YaHei"/>
                <a:ea typeface="Microsoft YaHei"/>
                <a:cs typeface="Microsoft YaHei"/>
              </a:defRPr>
            </a:pPr>
            <a:r>
              <a:rPr sz="1950" b="0">
                <a:solidFill>
                  <a:srgbClr val="17243B"/>
                </a:solidFill>
                <a:latin typeface="Microsoft YaHei"/>
                <a:ea typeface="Microsoft YaHei"/>
                <a:cs typeface="Microsoft YaHei"/>
              </a:rPr>
              <a:t>行动对自己有什么影响？</a:t>
            </a:r>
          </a:p>
          <a:p xmlns:a="http://schemas.openxmlformats.org/drawingml/2006/main">
            <a:pPr algn="l">
              <a:defRPr sz="1950" b="0">
                <a:solidFill>
                  <a:srgbClr val="17243B"/>
                </a:solidFill>
                <a:latin typeface="Microsoft YaHei"/>
                <a:ea typeface="Microsoft YaHei"/>
                <a:cs typeface="Microsoft YaHei"/>
              </a:defRPr>
            </a:pPr>
            <a:r>
              <a:rPr sz="1950" b="0">
                <a:solidFill>
                  <a:srgbClr val="17243B"/>
                </a:solidFill>
                <a:latin typeface="Microsoft YaHei"/>
                <a:ea typeface="Microsoft YaHei"/>
                <a:cs typeface="Microsoft YaHei"/>
              </a:rPr>
              <a:t>是否存在隐蔽的利益冲突？</a:t>
            </a:r>
          </a:p>
        </p:txBody>
      </p:sp>
      <p:sp>
        <p:nvSpPr>
          <p:cNvPr id="9" name="text-7">
            <a:extLst xmlns:a="http://schemas.openxmlformats.org/drawingml/2006/main">
              <a:ext uri="{FF2B5EF4-FFF2-40B4-BE49-F238E27FC236}">
                <a16:creationId xmlns:a16="http://schemas.microsoft.com/office/drawing/2014/main" id="{01F8E467-72CD-4881-A98A-5165DAF89343}"/>
              </a:ext>
            </a:extLst>
          </p:cNvPr>
          <p:cNvSpPr>
            <a:spLocks xmlns:a="http://schemas.openxmlformats.org/drawingml/2006/main" noGrp="1"/>
          </p:cNvSpPr>
          <p:nvPr/>
        </p:nvSpPr>
        <p:spPr>
          <a:xfrm xmlns:a="http://schemas.openxmlformats.org/drawingml/2006/main">
            <a:off x="6391275" y="2114550"/>
            <a:ext cx="5200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AA0000"/>
                </a:solidFill>
                <a:latin typeface="Microsoft YaHei"/>
                <a:ea typeface="Microsoft YaHei"/>
                <a:cs typeface="Microsoft YaHei"/>
              </a:defRPr>
            </a:defPPr>
          </a:lstStyle>
          <a:p xmlns:a="http://schemas.openxmlformats.org/drawingml/2006/main">
            <a:pPr algn="l">
              <a:defRPr sz="2175" b="1">
                <a:solidFill>
                  <a:srgbClr val="AA0000"/>
                </a:solidFill>
                <a:latin typeface="Microsoft YaHei"/>
                <a:ea typeface="Microsoft YaHei"/>
                <a:cs typeface="Microsoft YaHei"/>
              </a:defRPr>
            </a:pPr>
            <a:r>
              <a:rPr sz="2175" b="1">
                <a:solidFill>
                  <a:srgbClr val="AA0000"/>
                </a:solidFill>
                <a:latin typeface="Microsoft YaHei"/>
                <a:ea typeface="Microsoft YaHei"/>
                <a:cs typeface="Microsoft YaHei"/>
              </a:rPr>
              <a:t>02 社会影响</a:t>
            </a:r>
          </a:p>
        </p:txBody>
      </p:sp>
      <p:sp>
        <p:nvSpPr>
          <p:cNvPr id="10" name="text-8">
            <a:extLst xmlns:a="http://schemas.openxmlformats.org/drawingml/2006/main">
              <a:ext uri="{FF2B5EF4-FFF2-40B4-BE49-F238E27FC236}">
                <a16:creationId xmlns:a16="http://schemas.microsoft.com/office/drawing/2014/main" id="{1652C0D7-0D41-4247-B6E2-7C5E88D706E1}"/>
              </a:ext>
            </a:extLst>
          </p:cNvPr>
          <p:cNvSpPr>
            <a:spLocks xmlns:a="http://schemas.openxmlformats.org/drawingml/2006/main" noGrp="1"/>
          </p:cNvSpPr>
          <p:nvPr/>
        </p:nvSpPr>
        <p:spPr>
          <a:xfrm xmlns:a="http://schemas.openxmlformats.org/drawingml/2006/main">
            <a:off x="6391275" y="2724150"/>
            <a:ext cx="5200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43B"/>
                </a:solidFill>
                <a:latin typeface="Microsoft YaHei"/>
                <a:ea typeface="Microsoft YaHei"/>
                <a:cs typeface="Microsoft YaHei"/>
              </a:defRPr>
            </a:defPPr>
          </a:lstStyle>
          <a:p xmlns:a="http://schemas.openxmlformats.org/drawingml/2006/main">
            <a:pPr algn="l">
              <a:defRPr sz="1950" b="0">
                <a:solidFill>
                  <a:srgbClr val="17243B"/>
                </a:solidFill>
                <a:latin typeface="Microsoft YaHei"/>
                <a:ea typeface="Microsoft YaHei"/>
                <a:cs typeface="Microsoft YaHei"/>
              </a:defRPr>
            </a:pPr>
            <a:r>
              <a:rPr sz="1950" b="0">
                <a:solidFill>
                  <a:srgbClr val="17243B"/>
                </a:solidFill>
                <a:latin typeface="Microsoft YaHei"/>
                <a:ea typeface="Microsoft YaHei"/>
                <a:cs typeface="Microsoft YaHei"/>
              </a:rPr>
              <a:t>谁受益、谁受损？</a:t>
            </a:r>
          </a:p>
          <a:p xmlns:a="http://schemas.openxmlformats.org/drawingml/2006/main">
            <a:pPr algn="l">
              <a:defRPr sz="1950" b="0">
                <a:solidFill>
                  <a:srgbClr val="17243B"/>
                </a:solidFill>
                <a:latin typeface="Microsoft YaHei"/>
                <a:ea typeface="Microsoft YaHei"/>
                <a:cs typeface="Microsoft YaHei"/>
              </a:defRPr>
            </a:pPr>
            <a:r>
              <a:rPr sz="1950" b="0">
                <a:solidFill>
                  <a:srgbClr val="17243B"/>
                </a:solidFill>
                <a:latin typeface="Microsoft YaHei"/>
                <a:ea typeface="Microsoft YaHei"/>
                <a:cs typeface="Microsoft YaHei"/>
              </a:rPr>
              <a:t>短期与长期风险如何分布？</a:t>
            </a:r>
          </a:p>
        </p:txBody>
      </p:sp>
      <p:sp>
        <p:nvSpPr>
          <p:cNvPr id="11" name="text-9">
            <a:extLst xmlns:a="http://schemas.openxmlformats.org/drawingml/2006/main">
              <a:ext uri="{FF2B5EF4-FFF2-40B4-BE49-F238E27FC236}">
                <a16:creationId xmlns:a16="http://schemas.microsoft.com/office/drawing/2014/main" id="{B1EEEB79-80AB-4B75-867F-D0284C93D6D7}"/>
              </a:ext>
            </a:extLst>
          </p:cNvPr>
          <p:cNvSpPr>
            <a:spLocks xmlns:a="http://schemas.openxmlformats.org/drawingml/2006/main" noGrp="1"/>
          </p:cNvSpPr>
          <p:nvPr/>
        </p:nvSpPr>
        <p:spPr>
          <a:xfrm xmlns:a="http://schemas.openxmlformats.org/drawingml/2006/main">
            <a:off x="609600" y="3838575"/>
            <a:ext cx="5200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AA0000"/>
                </a:solidFill>
                <a:latin typeface="Microsoft YaHei"/>
                <a:ea typeface="Microsoft YaHei"/>
                <a:cs typeface="Microsoft YaHei"/>
              </a:defRPr>
            </a:defPPr>
          </a:lstStyle>
          <a:p xmlns:a="http://schemas.openxmlformats.org/drawingml/2006/main">
            <a:pPr algn="l">
              <a:defRPr sz="2175" b="1">
                <a:solidFill>
                  <a:srgbClr val="AA0000"/>
                </a:solidFill>
                <a:latin typeface="Microsoft YaHei"/>
                <a:ea typeface="Microsoft YaHei"/>
                <a:cs typeface="Microsoft YaHei"/>
              </a:defRPr>
            </a:pPr>
            <a:r>
              <a:rPr sz="2175" b="1">
                <a:solidFill>
                  <a:srgbClr val="AA0000"/>
                </a:solidFill>
                <a:latin typeface="Microsoft YaHei"/>
                <a:ea typeface="Microsoft YaHei"/>
                <a:cs typeface="Microsoft YaHei"/>
              </a:rPr>
              <a:t>03 公平与权利</a:t>
            </a:r>
          </a:p>
        </p:txBody>
      </p:sp>
      <p:sp>
        <p:nvSpPr>
          <p:cNvPr id="12" name="text-10">
            <a:extLst xmlns:a="http://schemas.openxmlformats.org/drawingml/2006/main">
              <a:ext uri="{FF2B5EF4-FFF2-40B4-BE49-F238E27FC236}">
                <a16:creationId xmlns:a16="http://schemas.microsoft.com/office/drawing/2014/main" id="{40569B3B-FD9B-4487-99E3-8A3A7B81FE40}"/>
              </a:ext>
            </a:extLst>
          </p:cNvPr>
          <p:cNvSpPr>
            <a:spLocks xmlns:a="http://schemas.openxmlformats.org/drawingml/2006/main" noGrp="1"/>
          </p:cNvSpPr>
          <p:nvPr/>
        </p:nvSpPr>
        <p:spPr>
          <a:xfrm xmlns:a="http://schemas.openxmlformats.org/drawingml/2006/main">
            <a:off x="609600" y="4448175"/>
            <a:ext cx="5200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43B"/>
                </a:solidFill>
                <a:latin typeface="Microsoft YaHei"/>
                <a:ea typeface="Microsoft YaHei"/>
                <a:cs typeface="Microsoft YaHei"/>
              </a:defRPr>
            </a:defPPr>
          </a:lstStyle>
          <a:p xmlns:a="http://schemas.openxmlformats.org/drawingml/2006/main">
            <a:pPr algn="l">
              <a:defRPr sz="1950" b="0">
                <a:solidFill>
                  <a:srgbClr val="17243B"/>
                </a:solidFill>
                <a:latin typeface="Microsoft YaHei"/>
                <a:ea typeface="Microsoft YaHei"/>
                <a:cs typeface="Microsoft YaHei"/>
              </a:defRPr>
            </a:pPr>
            <a:r>
              <a:rPr sz="1950" b="0">
                <a:solidFill>
                  <a:srgbClr val="17243B"/>
                </a:solidFill>
                <a:latin typeface="Microsoft YaHei"/>
                <a:ea typeface="Microsoft YaHei"/>
                <a:cs typeface="Microsoft YaHei"/>
              </a:rPr>
              <a:t>哪些人的权利受到影响？</a:t>
            </a:r>
          </a:p>
          <a:p xmlns:a="http://schemas.openxmlformats.org/drawingml/2006/main">
            <a:pPr algn="l">
              <a:defRPr sz="1950" b="0">
                <a:solidFill>
                  <a:srgbClr val="17243B"/>
                </a:solidFill>
                <a:latin typeface="Microsoft YaHei"/>
                <a:ea typeface="Microsoft YaHei"/>
                <a:cs typeface="Microsoft YaHei"/>
              </a:defRPr>
            </a:pPr>
            <a:r>
              <a:rPr sz="1950" b="0">
                <a:solidFill>
                  <a:srgbClr val="17243B"/>
                </a:solidFill>
                <a:latin typeface="Microsoft YaHei"/>
                <a:ea typeface="Microsoft YaHei"/>
                <a:cs typeface="Microsoft YaHei"/>
              </a:rPr>
              <a:t>理由能否向受影响者说明？</a:t>
            </a:r>
          </a:p>
        </p:txBody>
      </p:sp>
      <p:sp>
        <p:nvSpPr>
          <p:cNvPr id="13" name="text-11">
            <a:extLst xmlns:a="http://schemas.openxmlformats.org/drawingml/2006/main">
              <a:ext uri="{FF2B5EF4-FFF2-40B4-BE49-F238E27FC236}">
                <a16:creationId xmlns:a16="http://schemas.microsoft.com/office/drawing/2014/main" id="{0FDA7E87-30A2-43C2-8671-4F7707100567}"/>
              </a:ext>
            </a:extLst>
          </p:cNvPr>
          <p:cNvSpPr>
            <a:spLocks xmlns:a="http://schemas.openxmlformats.org/drawingml/2006/main" noGrp="1"/>
          </p:cNvSpPr>
          <p:nvPr/>
        </p:nvSpPr>
        <p:spPr>
          <a:xfrm xmlns:a="http://schemas.openxmlformats.org/drawingml/2006/main">
            <a:off x="6391275" y="3838575"/>
            <a:ext cx="52006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AA0000"/>
                </a:solidFill>
                <a:latin typeface="Microsoft YaHei"/>
                <a:ea typeface="Microsoft YaHei"/>
                <a:cs typeface="Microsoft YaHei"/>
              </a:defRPr>
            </a:defPPr>
          </a:lstStyle>
          <a:p xmlns:a="http://schemas.openxmlformats.org/drawingml/2006/main">
            <a:pPr algn="l">
              <a:defRPr sz="2175" b="1">
                <a:solidFill>
                  <a:srgbClr val="AA0000"/>
                </a:solidFill>
                <a:latin typeface="Microsoft YaHei"/>
                <a:ea typeface="Microsoft YaHei"/>
                <a:cs typeface="Microsoft YaHei"/>
              </a:defRPr>
            </a:pPr>
            <a:r>
              <a:rPr sz="2175" b="1">
                <a:solidFill>
                  <a:srgbClr val="AA0000"/>
                </a:solidFill>
                <a:latin typeface="Microsoft YaHei"/>
                <a:ea typeface="Microsoft YaHei"/>
                <a:cs typeface="Microsoft YaHei"/>
              </a:rPr>
              <a:t>04 承诺与职责</a:t>
            </a:r>
          </a:p>
        </p:txBody>
      </p:sp>
      <p:sp>
        <p:nvSpPr>
          <p:cNvPr id="14" name="text-12">
            <a:extLst xmlns:a="http://schemas.openxmlformats.org/drawingml/2006/main">
              <a:ext uri="{FF2B5EF4-FFF2-40B4-BE49-F238E27FC236}">
                <a16:creationId xmlns:a16="http://schemas.microsoft.com/office/drawing/2014/main" id="{5F07C83E-343F-4DF4-986F-94BA2A4751D4}"/>
              </a:ext>
            </a:extLst>
          </p:cNvPr>
          <p:cNvSpPr>
            <a:spLocks xmlns:a="http://schemas.openxmlformats.org/drawingml/2006/main" noGrp="1"/>
          </p:cNvSpPr>
          <p:nvPr/>
        </p:nvSpPr>
        <p:spPr>
          <a:xfrm xmlns:a="http://schemas.openxmlformats.org/drawingml/2006/main">
            <a:off x="6391275" y="4448175"/>
            <a:ext cx="52006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43B"/>
                </a:solidFill>
                <a:latin typeface="Microsoft YaHei"/>
                <a:ea typeface="Microsoft YaHei"/>
                <a:cs typeface="Microsoft YaHei"/>
              </a:defRPr>
            </a:defPPr>
          </a:lstStyle>
          <a:p xmlns:a="http://schemas.openxmlformats.org/drawingml/2006/main">
            <a:pPr algn="l">
              <a:defRPr sz="1950" b="0">
                <a:solidFill>
                  <a:srgbClr val="17243B"/>
                </a:solidFill>
                <a:latin typeface="Microsoft YaHei"/>
                <a:ea typeface="Microsoft YaHei"/>
                <a:cs typeface="Microsoft YaHei"/>
              </a:defRPr>
            </a:pPr>
            <a:r>
              <a:rPr sz="1950" b="0">
                <a:solidFill>
                  <a:srgbClr val="17243B"/>
                </a:solidFill>
                <a:latin typeface="Microsoft YaHei"/>
                <a:ea typeface="Microsoft YaHei"/>
                <a:cs typeface="Microsoft YaHei"/>
              </a:rPr>
              <a:t>有哪些合同、保密和专业义务？</a:t>
            </a:r>
          </a:p>
          <a:p xmlns:a="http://schemas.openxmlformats.org/drawingml/2006/main">
            <a:pPr algn="l">
              <a:defRPr sz="1950" b="0">
                <a:solidFill>
                  <a:srgbClr val="17243B"/>
                </a:solidFill>
                <a:latin typeface="Microsoft YaHei"/>
                <a:ea typeface="Microsoft YaHei"/>
                <a:cs typeface="Microsoft YaHei"/>
              </a:defRPr>
            </a:pPr>
            <a:r>
              <a:rPr sz="1950" b="0">
                <a:solidFill>
                  <a:srgbClr val="17243B"/>
                </a:solidFill>
                <a:latin typeface="Microsoft YaHei"/>
                <a:ea typeface="Microsoft YaHei"/>
                <a:cs typeface="Microsoft YaHei"/>
              </a:rPr>
              <a:t>发生冲突时如何作出有依据的选择？</a:t>
            </a:r>
          </a:p>
        </p:txBody>
      </p:sp>
      <p:sp>
        <p:nvSpPr>
          <p:cNvPr id="15" name="takeaway">
            <a:extLst xmlns:a="http://schemas.openxmlformats.org/drawingml/2006/main">
              <a:ext uri="{FF2B5EF4-FFF2-40B4-BE49-F238E27FC236}">
                <a16:creationId xmlns:a16="http://schemas.microsoft.com/office/drawing/2014/main" id="{C4EF106D-E790-42B3-A5B3-467A511EA09F}"/>
              </a:ext>
            </a:extLst>
          </p:cNvPr>
          <p:cNvSpPr>
            <a:spLocks xmlns:a="http://schemas.openxmlformats.org/drawingml/2006/main" noGrp="1"/>
          </p:cNvSpPr>
          <p:nvPr/>
        </p:nvSpPr>
        <p:spPr>
          <a:xfrm xmlns:a="http://schemas.openxmlformats.org/drawingml/2006/main">
            <a:off x="609600" y="5810250"/>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再比较至少两种方案，写出判断、证据、行动与复核条件。</a:t>
            </a:r>
          </a:p>
        </p:txBody>
      </p:sp>
    </p:spTree>
    <p:extLst>
      <p:ext uri="{BB962C8B-B14F-4D97-AF65-F5344CB8AC3E}">
        <p14:creationId xmlns:p14="http://schemas.microsoft.com/office/powerpoint/2010/main" val="126069925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7BB923CE-96AF-4AF7-9C35-4F6706CE4BB3}"/>
              </a:ext>
            </a:extLst>
          </p:cNvPr>
          <p:cNvPicPr>
            <a:picLocks xmlns:a="http://schemas.openxmlformats.org/drawingml/2006/main" noChangeAspect="1"/>
          </p:cNvPicPr>
          <p:nvPr/>
        </p:nvPicPr>
        <p:blipFill>
          <a:blip xmlns:r="http://schemas.openxmlformats.org/officeDocument/2006/relationships" xmlns:a="http://schemas.openxmlformats.org/drawingml/2006/main" r:embed="Rd4554af3f05b4e7f"/>
          <a:stretch xmlns:a="http://schemas.openxmlformats.org/drawingml/2006/main"/>
        </p:blipFill>
        <p:spPr>
          <a:xfrm xmlns:a="http://schemas.openxmlformats.org/drawingml/2006/main">
            <a:off x="10763250" y="171548"/>
            <a:ext cx="1009650" cy="676078"/>
          </a:xfrm>
          <a:prstGeom xmlns:a="http://schemas.openxmlformats.org/drawingml/2006/main" prst="rect">
            <a:avLst/>
          </a:prstGeom>
        </p:spPr>
      </p:pic>
      <p:sp>
        <p:nvSpPr>
          <p:cNvPr id="2" name="university">
            <a:extLst xmlns:a="http://schemas.openxmlformats.org/drawingml/2006/main">
              <a:ext uri="{FF2B5EF4-FFF2-40B4-BE49-F238E27FC236}">
                <a16:creationId xmlns:a16="http://schemas.microsoft.com/office/drawing/2014/main" id="{8099E3D7-7274-49B4-8737-FEADCB085E16}"/>
              </a:ext>
            </a:extLst>
          </p:cNvPr>
          <p:cNvSpPr>
            <a:spLocks xmlns:a="http://schemas.openxmlformats.org/drawingml/2006/main" noGrp="1"/>
          </p:cNvSpPr>
          <p:nvPr/>
        </p:nvSpPr>
        <p:spPr>
          <a:xfrm xmlns:a="http://schemas.openxmlformats.org/drawingml/2006/main">
            <a:off x="609600" y="304800"/>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0000"/>
                </a:solidFill>
                <a:latin typeface="Microsoft YaHei"/>
                <a:ea typeface="Microsoft YaHei"/>
                <a:cs typeface="Microsoft YaHei"/>
              </a:defRPr>
            </a:defPPr>
          </a:lstStyle>
          <a:p xmlns:a="http://schemas.openxmlformats.org/drawingml/2006/main">
            <a:pPr algn="l">
              <a:defRPr sz="1875" b="1">
                <a:solidFill>
                  <a:srgbClr val="AA0000"/>
                </a:solidFill>
                <a:latin typeface="Microsoft YaHei"/>
                <a:ea typeface="Microsoft YaHei"/>
                <a:cs typeface="Microsoft YaHei"/>
              </a:defRPr>
            </a:pPr>
            <a:r>
              <a:rPr sz="1875" b="1">
                <a:solidFill>
                  <a:srgbClr val="AA0000"/>
                </a:solidFill>
                <a:latin typeface="Microsoft YaHei"/>
                <a:ea typeface="Microsoft YaHei"/>
                <a:cs typeface="Microsoft YaHei"/>
              </a:rPr>
              <a:t>河南师范大学</a:t>
            </a:r>
          </a:p>
        </p:txBody>
      </p:sp>
      <p:sp>
        <p:nvSpPr>
          <p:cNvPr id="3" name="course-section">
            <a:extLst xmlns:a="http://schemas.openxmlformats.org/drawingml/2006/main">
              <a:ext uri="{FF2B5EF4-FFF2-40B4-BE49-F238E27FC236}">
                <a16:creationId xmlns:a16="http://schemas.microsoft.com/office/drawing/2014/main" id="{16B15F7B-A71A-4526-94E1-663715E73E4C}"/>
              </a:ext>
            </a:extLst>
          </p:cNvPr>
          <p:cNvSpPr>
            <a:spLocks xmlns:a="http://schemas.openxmlformats.org/drawingml/2006/main" noGrp="1"/>
          </p:cNvSpPr>
          <p:nvPr/>
        </p:nvSpPr>
        <p:spPr>
          <a:xfrm xmlns:a="http://schemas.openxmlformats.org/drawingml/2006/main">
            <a:off x="609600" y="72390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56174"/>
                </a:solidFill>
                <a:latin typeface="Microsoft YaHei"/>
                <a:ea typeface="Microsoft YaHei"/>
                <a:cs typeface="Microsoft YaHei"/>
              </a:defRPr>
            </a:defPPr>
          </a:lstStyle>
          <a:p xmlns:a="http://schemas.openxmlformats.org/drawingml/2006/main">
            <a:pPr algn="l">
              <a:defRPr sz="1200" b="0">
                <a:solidFill>
                  <a:srgbClr val="556174"/>
                </a:solidFill>
                <a:latin typeface="Microsoft YaHei"/>
                <a:ea typeface="Microsoft YaHei"/>
                <a:cs typeface="Microsoft YaHei"/>
              </a:defRPr>
            </a:pPr>
            <a:r>
              <a:rPr sz="1200" b="0">
                <a:solidFill>
                  <a:srgbClr val="556174"/>
                </a:solidFill>
                <a:latin typeface="Microsoft YaHei"/>
                <a:ea typeface="Microsoft YaHei"/>
                <a:cs typeface="Microsoft YaHei"/>
              </a:rPr>
              <a:t>工程伦理  /  第5章  /  第二讲</a:t>
            </a:r>
          </a:p>
        </p:txBody>
      </p:sp>
      <p:sp>
        <p:nvSpPr>
          <p:cNvPr id="4" name="slide-title">
            <a:extLst xmlns:a="http://schemas.openxmlformats.org/drawingml/2006/main">
              <a:ext uri="{FF2B5EF4-FFF2-40B4-BE49-F238E27FC236}">
                <a16:creationId xmlns:a16="http://schemas.microsoft.com/office/drawing/2014/main" id="{70FA8151-2DB0-4DC7-ADC6-9B43FA0D7B50}"/>
              </a:ext>
            </a:extLst>
          </p:cNvPr>
          <p:cNvSpPr>
            <a:spLocks xmlns:a="http://schemas.openxmlformats.org/drawingml/2006/main" noGrp="1"/>
          </p:cNvSpPr>
          <p:nvPr/>
        </p:nvSpPr>
        <p:spPr>
          <a:xfrm xmlns:a="http://schemas.openxmlformats.org/drawingml/2006/main">
            <a:off x="609600" y="1200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7243B"/>
                </a:solidFill>
                <a:latin typeface="Microsoft YaHei"/>
                <a:ea typeface="Microsoft YaHei"/>
                <a:cs typeface="Microsoft YaHei"/>
              </a:defRPr>
            </a:defPPr>
          </a:lstStyle>
          <a:p xmlns:a="http://schemas.openxmlformats.org/drawingml/2006/main">
            <a:pPr algn="l">
              <a:defRPr sz="2925" b="1">
                <a:solidFill>
                  <a:srgbClr val="17243B"/>
                </a:solidFill>
                <a:latin typeface="Microsoft YaHei"/>
                <a:ea typeface="Microsoft YaHei"/>
                <a:cs typeface="Microsoft YaHei"/>
              </a:defRPr>
            </a:pPr>
            <a:r>
              <a:rPr sz="2925" b="1">
                <a:solidFill>
                  <a:srgbClr val="17243B"/>
                </a:solidFill>
                <a:latin typeface="Microsoft YaHei"/>
                <a:ea typeface="Microsoft YaHei"/>
                <a:cs typeface="Microsoft YaHei"/>
              </a:rPr>
              <a:t>专业责任需要证据与独立判断</a:t>
            </a:r>
          </a:p>
        </p:txBody>
      </p:sp>
      <p:sp>
        <p:nvSpPr>
          <p:cNvPr id="5" name="footer">
            <a:extLst xmlns:a="http://schemas.openxmlformats.org/drawingml/2006/main">
              <a:ext uri="{FF2B5EF4-FFF2-40B4-BE49-F238E27FC236}">
                <a16:creationId xmlns:a16="http://schemas.microsoft.com/office/drawing/2014/main" id="{7BD2D248-F712-44D3-BA31-4DF364E2AA46}"/>
              </a:ext>
            </a:extLst>
          </p:cNvPr>
          <p:cNvSpPr>
            <a:spLocks xmlns:a="http://schemas.openxmlformats.org/drawingml/2006/main" noGrp="1"/>
          </p:cNvSpPr>
          <p:nvPr/>
        </p:nvSpPr>
        <p:spPr>
          <a:xfrm xmlns:a="http://schemas.openxmlformats.org/drawingml/2006/main">
            <a:off x="609600" y="647700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河南师范大学  研究生课程交流</a:t>
            </a:r>
          </a:p>
        </p:txBody>
      </p:sp>
      <p:sp>
        <p:nvSpPr>
          <p:cNvPr id="6" name="page-number">
            <a:extLst xmlns:a="http://schemas.openxmlformats.org/drawingml/2006/main">
              <a:ext uri="{FF2B5EF4-FFF2-40B4-BE49-F238E27FC236}">
                <a16:creationId xmlns:a16="http://schemas.microsoft.com/office/drawing/2014/main" id="{A82397A9-11B7-4024-94D7-E34B1A3F3B15}"/>
              </a:ext>
            </a:extLst>
          </p:cNvPr>
          <p:cNvSpPr>
            <a:spLocks xmlns:a="http://schemas.openxmlformats.org/drawingml/2006/main" noGrp="1"/>
          </p:cNvSpPr>
          <p:nvPr/>
        </p:nvSpPr>
        <p:spPr>
          <a:xfrm xmlns:a="http://schemas.openxmlformats.org/drawingml/2006/main">
            <a:off x="10858500" y="6477000"/>
            <a:ext cx="904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56174"/>
                </a:solidFill>
                <a:latin typeface="Microsoft YaHei"/>
                <a:ea typeface="Microsoft YaHei"/>
                <a:cs typeface="Microsoft YaHei"/>
              </a:defRPr>
            </a:defPPr>
          </a:lstStyle>
          <a:p xmlns:a="http://schemas.openxmlformats.org/drawingml/2006/main">
            <a:pPr algn="l">
              <a:defRPr sz="1050" b="0">
                <a:solidFill>
                  <a:srgbClr val="556174"/>
                </a:solidFill>
                <a:latin typeface="Microsoft YaHei"/>
                <a:ea typeface="Microsoft YaHei"/>
                <a:cs typeface="Microsoft YaHei"/>
              </a:defRPr>
            </a:pPr>
            <a:r>
              <a:rPr sz="1050" b="0">
                <a:solidFill>
                  <a:srgbClr val="556174"/>
                </a:solidFill>
                <a:latin typeface="Microsoft YaHei"/>
                <a:ea typeface="Microsoft YaHei"/>
                <a:cs typeface="Microsoft YaHei"/>
              </a:rPr>
              <a:t>22 / 22</a:t>
            </a:r>
          </a:p>
        </p:txBody>
      </p:sp>
      <p:sp>
        <p:nvSpPr>
          <p:cNvPr id="7" name="text-5">
            <a:extLst xmlns:a="http://schemas.openxmlformats.org/drawingml/2006/main">
              <a:ext uri="{FF2B5EF4-FFF2-40B4-BE49-F238E27FC236}">
                <a16:creationId xmlns:a16="http://schemas.microsoft.com/office/drawing/2014/main" id="{6D42955C-99B9-4F0C-9A6D-29015FD44781}"/>
              </a:ext>
            </a:extLst>
          </p:cNvPr>
          <p:cNvSpPr>
            <a:spLocks xmlns:a="http://schemas.openxmlformats.org/drawingml/2006/main" noGrp="1"/>
          </p:cNvSpPr>
          <p:nvPr/>
        </p:nvSpPr>
        <p:spPr>
          <a:xfrm xmlns:a="http://schemas.openxmlformats.org/drawingml/2006/main">
            <a:off x="609600" y="2152650"/>
            <a:ext cx="107918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A0000"/>
                </a:solidFill>
                <a:latin typeface="Microsoft YaHei"/>
                <a:ea typeface="Microsoft YaHei"/>
                <a:cs typeface="Microsoft YaHei"/>
              </a:defRPr>
            </a:defPPr>
          </a:lstStyle>
          <a:p xmlns:a="http://schemas.openxmlformats.org/drawingml/2006/main">
            <a:pPr algn="l">
              <a:defRPr sz="2325" b="1">
                <a:solidFill>
                  <a:srgbClr val="AA0000"/>
                </a:solidFill>
                <a:latin typeface="Microsoft YaHei"/>
                <a:ea typeface="Microsoft YaHei"/>
                <a:cs typeface="Microsoft YaHei"/>
              </a:defRPr>
            </a:pPr>
            <a:r>
              <a:rPr sz="2325" b="1">
                <a:solidFill>
                  <a:srgbClr val="AA0000"/>
                </a:solidFill>
                <a:latin typeface="Microsoft YaHei"/>
                <a:ea typeface="Microsoft YaHei"/>
                <a:cs typeface="Microsoft YaHei"/>
              </a:rPr>
              <a:t>责任边界取决于可预见风险、具体职责、权限与合理措施。</a:t>
            </a:r>
          </a:p>
        </p:txBody>
      </p:sp>
      <p:sp>
        <p:nvSpPr>
          <p:cNvPr id="8" name="text-6">
            <a:extLst xmlns:a="http://schemas.openxmlformats.org/drawingml/2006/main">
              <a:ext uri="{FF2B5EF4-FFF2-40B4-BE49-F238E27FC236}">
                <a16:creationId xmlns:a16="http://schemas.microsoft.com/office/drawing/2014/main" id="{87A18F44-806C-4B81-8F60-BE648A1610C9}"/>
              </a:ext>
            </a:extLst>
          </p:cNvPr>
          <p:cNvSpPr>
            <a:spLocks xmlns:a="http://schemas.openxmlformats.org/drawingml/2006/main" noGrp="1"/>
          </p:cNvSpPr>
          <p:nvPr/>
        </p:nvSpPr>
        <p:spPr>
          <a:xfrm xmlns:a="http://schemas.openxmlformats.org/drawingml/2006/main">
            <a:off x="609600" y="3400425"/>
            <a:ext cx="619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01</a:t>
            </a:r>
          </a:p>
        </p:txBody>
      </p:sp>
      <p:sp>
        <p:nvSpPr>
          <p:cNvPr id="9" name="text-7">
            <a:extLst xmlns:a="http://schemas.openxmlformats.org/drawingml/2006/main">
              <a:ext uri="{FF2B5EF4-FFF2-40B4-BE49-F238E27FC236}">
                <a16:creationId xmlns:a16="http://schemas.microsoft.com/office/drawing/2014/main" id="{C8CBD98F-CB46-42C2-A2D5-FB18B0A68324}"/>
              </a:ext>
            </a:extLst>
          </p:cNvPr>
          <p:cNvSpPr>
            <a:spLocks xmlns:a="http://schemas.openxmlformats.org/drawingml/2006/main" noGrp="1"/>
          </p:cNvSpPr>
          <p:nvPr/>
        </p:nvSpPr>
        <p:spPr>
          <a:xfrm xmlns:a="http://schemas.openxmlformats.org/drawingml/2006/main">
            <a:off x="1476375" y="3400425"/>
            <a:ext cx="9963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43B"/>
                </a:solidFill>
                <a:latin typeface="Microsoft YaHei"/>
                <a:ea typeface="Microsoft YaHei"/>
                <a:cs typeface="Microsoft YaHei"/>
              </a:defRPr>
            </a:defPPr>
          </a:lstStyle>
          <a:p xmlns:a="http://schemas.openxmlformats.org/drawingml/2006/main">
            <a:pPr algn="l">
              <a:defRPr sz="2100" b="0">
                <a:solidFill>
                  <a:srgbClr val="17243B"/>
                </a:solidFill>
                <a:latin typeface="Microsoft YaHei"/>
                <a:ea typeface="Microsoft YaHei"/>
                <a:cs typeface="Microsoft YaHei"/>
              </a:defRPr>
            </a:pPr>
            <a:r>
              <a:rPr sz="2100" b="0">
                <a:solidFill>
                  <a:srgbClr val="17243B"/>
                </a:solidFill>
                <a:latin typeface="Microsoft YaHei"/>
                <a:ea typeface="Microsoft YaHei"/>
                <a:cs typeface="Microsoft YaHei"/>
              </a:rPr>
              <a:t>公众安全与长期福祉构成专业判断的重要依据</a:t>
            </a:r>
          </a:p>
        </p:txBody>
      </p:sp>
      <p:sp>
        <p:nvSpPr>
          <p:cNvPr id="10" name="text-8">
            <a:extLst xmlns:a="http://schemas.openxmlformats.org/drawingml/2006/main">
              <a:ext uri="{FF2B5EF4-FFF2-40B4-BE49-F238E27FC236}">
                <a16:creationId xmlns:a16="http://schemas.microsoft.com/office/drawing/2014/main" id="{07A9ABE8-70A3-4E1F-98C9-C53B6B0CDB2E}"/>
              </a:ext>
            </a:extLst>
          </p:cNvPr>
          <p:cNvSpPr>
            <a:spLocks xmlns:a="http://schemas.openxmlformats.org/drawingml/2006/main" noGrp="1"/>
          </p:cNvSpPr>
          <p:nvPr/>
        </p:nvSpPr>
        <p:spPr>
          <a:xfrm xmlns:a="http://schemas.openxmlformats.org/drawingml/2006/main">
            <a:off x="609600" y="4067175"/>
            <a:ext cx="619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02</a:t>
            </a:r>
          </a:p>
        </p:txBody>
      </p:sp>
      <p:sp>
        <p:nvSpPr>
          <p:cNvPr id="11" name="text-9">
            <a:extLst xmlns:a="http://schemas.openxmlformats.org/drawingml/2006/main">
              <a:ext uri="{FF2B5EF4-FFF2-40B4-BE49-F238E27FC236}">
                <a16:creationId xmlns:a16="http://schemas.microsoft.com/office/drawing/2014/main" id="{ACCD9231-B28D-4547-8C55-8A4D6F9F9146}"/>
              </a:ext>
            </a:extLst>
          </p:cNvPr>
          <p:cNvSpPr>
            <a:spLocks xmlns:a="http://schemas.openxmlformats.org/drawingml/2006/main" noGrp="1"/>
          </p:cNvSpPr>
          <p:nvPr/>
        </p:nvSpPr>
        <p:spPr>
          <a:xfrm xmlns:a="http://schemas.openxmlformats.org/drawingml/2006/main">
            <a:off x="1476375" y="4067175"/>
            <a:ext cx="9963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43B"/>
                </a:solidFill>
                <a:latin typeface="Microsoft YaHei"/>
                <a:ea typeface="Microsoft YaHei"/>
                <a:cs typeface="Microsoft YaHei"/>
              </a:defRPr>
            </a:defPPr>
          </a:lstStyle>
          <a:p xmlns:a="http://schemas.openxmlformats.org/drawingml/2006/main">
            <a:pPr algn="l">
              <a:defRPr sz="2100" b="0">
                <a:solidFill>
                  <a:srgbClr val="17243B"/>
                </a:solidFill>
                <a:latin typeface="Microsoft YaHei"/>
                <a:ea typeface="Microsoft YaHei"/>
                <a:cs typeface="Microsoft YaHei"/>
              </a:defRPr>
            </a:pPr>
            <a:r>
              <a:rPr sz="2100" b="0">
                <a:solidFill>
                  <a:srgbClr val="17243B"/>
                </a:solidFill>
                <a:latin typeface="Microsoft YaHei"/>
                <a:ea typeface="Microsoft YaHei"/>
                <a:cs typeface="Microsoft YaHei"/>
              </a:rPr>
              <a:t>诚实报告、利益披露与适当升级支持独立履职</a:t>
            </a:r>
          </a:p>
        </p:txBody>
      </p:sp>
      <p:sp>
        <p:nvSpPr>
          <p:cNvPr id="12" name="text-10">
            <a:extLst xmlns:a="http://schemas.openxmlformats.org/drawingml/2006/main">
              <a:ext uri="{FF2B5EF4-FFF2-40B4-BE49-F238E27FC236}">
                <a16:creationId xmlns:a16="http://schemas.microsoft.com/office/drawing/2014/main" id="{016A8045-70E3-485D-B066-934BD85318A9}"/>
              </a:ext>
            </a:extLst>
          </p:cNvPr>
          <p:cNvSpPr>
            <a:spLocks xmlns:a="http://schemas.openxmlformats.org/drawingml/2006/main" noGrp="1"/>
          </p:cNvSpPr>
          <p:nvPr/>
        </p:nvSpPr>
        <p:spPr>
          <a:xfrm xmlns:a="http://schemas.openxmlformats.org/drawingml/2006/main">
            <a:off x="609600" y="4733925"/>
            <a:ext cx="619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0000"/>
                </a:solidFill>
                <a:latin typeface="Microsoft YaHei"/>
                <a:ea typeface="Microsoft YaHei"/>
                <a:cs typeface="Microsoft YaHei"/>
              </a:defRPr>
            </a:defPPr>
          </a:lstStyle>
          <a:p xmlns:a="http://schemas.openxmlformats.org/drawingml/2006/main">
            <a:pPr algn="l">
              <a:defRPr sz="2100" b="1">
                <a:solidFill>
                  <a:srgbClr val="AA0000"/>
                </a:solidFill>
                <a:latin typeface="Microsoft YaHei"/>
                <a:ea typeface="Microsoft YaHei"/>
                <a:cs typeface="Microsoft YaHei"/>
              </a:defRPr>
            </a:pPr>
            <a:r>
              <a:rPr sz="2100" b="1">
                <a:solidFill>
                  <a:srgbClr val="AA0000"/>
                </a:solidFill>
                <a:latin typeface="Microsoft YaHei"/>
                <a:ea typeface="Microsoft YaHei"/>
                <a:cs typeface="Microsoft YaHei"/>
              </a:rPr>
              <a:t>03</a:t>
            </a:r>
          </a:p>
        </p:txBody>
      </p:sp>
      <p:sp>
        <p:nvSpPr>
          <p:cNvPr id="13" name="text-11">
            <a:extLst xmlns:a="http://schemas.openxmlformats.org/drawingml/2006/main">
              <a:ext uri="{FF2B5EF4-FFF2-40B4-BE49-F238E27FC236}">
                <a16:creationId xmlns:a16="http://schemas.microsoft.com/office/drawing/2014/main" id="{CBC41E90-D6D2-48CC-A722-C5F500E38276}"/>
              </a:ext>
            </a:extLst>
          </p:cNvPr>
          <p:cNvSpPr>
            <a:spLocks xmlns:a="http://schemas.openxmlformats.org/drawingml/2006/main" noGrp="1"/>
          </p:cNvSpPr>
          <p:nvPr/>
        </p:nvSpPr>
        <p:spPr>
          <a:xfrm xmlns:a="http://schemas.openxmlformats.org/drawingml/2006/main">
            <a:off x="1476375" y="4733925"/>
            <a:ext cx="9963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43B"/>
                </a:solidFill>
                <a:latin typeface="Microsoft YaHei"/>
                <a:ea typeface="Microsoft YaHei"/>
                <a:cs typeface="Microsoft YaHei"/>
              </a:defRPr>
            </a:defPPr>
          </a:lstStyle>
          <a:p xmlns:a="http://schemas.openxmlformats.org/drawingml/2006/main">
            <a:pPr algn="l">
              <a:defRPr sz="2100" b="0">
                <a:solidFill>
                  <a:srgbClr val="17243B"/>
                </a:solidFill>
                <a:latin typeface="Microsoft YaHei"/>
                <a:ea typeface="Microsoft YaHei"/>
                <a:cs typeface="Microsoft YaHei"/>
              </a:defRPr>
            </a:pPr>
            <a:r>
              <a:rPr sz="2100" b="0">
                <a:solidFill>
                  <a:srgbClr val="17243B"/>
                </a:solidFill>
                <a:latin typeface="Microsoft YaHei"/>
                <a:ea typeface="Microsoft YaHei"/>
                <a:cs typeface="Microsoft YaHei"/>
              </a:rPr>
              <a:t>工程师与组织共同承担风险预防和持续改进职责</a:t>
            </a:r>
          </a:p>
        </p:txBody>
      </p:sp>
      <p:sp>
        <p:nvSpPr>
          <p:cNvPr id="14" name="takeaway">
            <a:extLst xmlns:a="http://schemas.openxmlformats.org/drawingml/2006/main">
              <a:ext uri="{FF2B5EF4-FFF2-40B4-BE49-F238E27FC236}">
                <a16:creationId xmlns:a16="http://schemas.microsoft.com/office/drawing/2014/main" id="{8E43815F-D932-45DF-8ECA-1E30A0BA18A0}"/>
              </a:ext>
            </a:extLst>
          </p:cNvPr>
          <p:cNvSpPr>
            <a:spLocks xmlns:a="http://schemas.openxmlformats.org/drawingml/2006/main" noGrp="1"/>
          </p:cNvSpPr>
          <p:nvPr/>
        </p:nvSpPr>
        <p:spPr>
          <a:xfrm xmlns:a="http://schemas.openxmlformats.org/drawingml/2006/main">
            <a:off x="609600" y="5819775"/>
            <a:ext cx="108394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A0000"/>
                </a:solidFill>
                <a:latin typeface="Microsoft YaHei"/>
                <a:ea typeface="Microsoft YaHei"/>
                <a:cs typeface="Microsoft YaHei"/>
              </a:defRPr>
            </a:defPPr>
          </a:lstStyle>
          <a:p xmlns:a="http://schemas.openxmlformats.org/drawingml/2006/main">
            <a:pPr algn="l">
              <a:defRPr sz="1725" b="1">
                <a:solidFill>
                  <a:srgbClr val="AA0000"/>
                </a:solidFill>
                <a:latin typeface="Microsoft YaHei"/>
                <a:ea typeface="Microsoft YaHei"/>
                <a:cs typeface="Microsoft YaHei"/>
              </a:defRPr>
            </a:pPr>
            <a:r>
              <a:rPr sz="1725" b="1">
                <a:solidFill>
                  <a:srgbClr val="AA0000"/>
                </a:solidFill>
                <a:latin typeface="Microsoft YaHei"/>
                <a:ea typeface="Microsoft YaHei"/>
                <a:cs typeface="Microsoft YaHei"/>
              </a:rPr>
              <a:t>课后任务：任选一例，用四问比较两种方案，说明证据与行动。</a:t>
            </a:r>
          </a:p>
        </p:txBody>
      </p:sp>
    </p:spTree>
    <p:extLst>
      <p:ext uri="{BB962C8B-B14F-4D97-AF65-F5344CB8AC3E}">
        <p14:creationId xmlns:p14="http://schemas.microsoft.com/office/powerpoint/2010/main" val="901249289"/>
      </p:ext>
    </p:extLst>
  </p:cSld>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2026-10-13T13:36:16.3430000Z</dcterms:created>
  <dcterms:modified xsi:type="dcterms:W3CDTF">2026-10-13T13:36:16.3430000Z</dcterms:modified>
</coreProperties>
</file>